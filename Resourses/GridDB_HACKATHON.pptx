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3656" r:id="rId5"/>
    <p:sldId id="3669" r:id="rId6"/>
    <p:sldId id="3592" r:id="rId7"/>
    <p:sldId id="3667" r:id="rId8"/>
    <p:sldId id="3663" r:id="rId9"/>
    <p:sldId id="3662" r:id="rId10"/>
    <p:sldId id="3666" r:id="rId11"/>
    <p:sldId id="3668" r:id="rId12"/>
    <p:sldId id="3659" r:id="rId13"/>
    <p:sldId id="3660" r:id="rId14"/>
    <p:sldId id="3661" r:id="rId15"/>
    <p:sldId id="3670" r:id="rId16"/>
    <p:sldId id="3672" r:id="rId17"/>
    <p:sldId id="3671" r:id="rId18"/>
    <p:sldId id="2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rln" initials="v"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FFF9"/>
    <a:srgbClr val="007D79"/>
    <a:srgbClr val="FF0000"/>
    <a:srgbClr val="FFA7A9"/>
    <a:srgbClr val="FF7C80"/>
    <a:srgbClr val="6ADCD9"/>
    <a:srgbClr val="FFFFFF"/>
    <a:srgbClr val="34D0CC"/>
    <a:srgbClr val="33CCCC"/>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08E694-5DC7-4A91-A47A-F12610817365}" v="254" dt="2026-02-01T07:36:47.393"/>
    <p1510:client id="{0F556DA3-EA68-4F7B-96DA-854A5B02DA3E}" v="15" dt="2026-02-01T10:19:13.308"/>
    <p1510:client id="{217AF87E-DF2F-4778-B3FB-6DCF2BE24665}" v="16" dt="2026-02-01T06:36:32.350"/>
    <p1510:client id="{23FE8BB9-6FAD-4478-91CB-266C0B6FA596}" v="177" dt="2026-02-01T09:07:28.918"/>
    <p1510:client id="{442C3746-FEC5-41A0-9680-E00BFD063F34}" v="10" dt="2026-02-01T09:09:05.177"/>
    <p1510:client id="{52D93721-0061-40B5-8764-10449227E7DD}" v="14" dt="2026-02-01T10:51:13.565"/>
    <p1510:client id="{A625B40B-4FF6-4B72-AB3A-2D2CD36A31F9}" v="12" dt="2026-02-01T07:18:05.384"/>
    <p1510:client id="{B2B68B03-C0BC-47CF-AB1B-7560594AFA01}" v="2031" dt="2026-02-01T11:14:26.267"/>
    <p1510:client id="{C058CF54-FEC0-44EB-B1A6-A916105AF8A8}" v="498" dt="2026-02-01T06:30:04.5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sh R" userId="S::monish@wimerasys.com::45a00c3a-41ab-44e5-aec1-c380b65b0898" providerId="AD" clId="Web-{217AF87E-DF2F-4778-B3FB-6DCF2BE24665}"/>
    <pc:docChg chg="modSld">
      <pc:chgData name="Monish R" userId="S::monish@wimerasys.com::45a00c3a-41ab-44e5-aec1-c380b65b0898" providerId="AD" clId="Web-{217AF87E-DF2F-4778-B3FB-6DCF2BE24665}" dt="2026-02-01T06:36:32.350" v="9" actId="20577"/>
      <pc:docMkLst>
        <pc:docMk/>
      </pc:docMkLst>
      <pc:sldChg chg="modSp">
        <pc:chgData name="Monish R" userId="S::monish@wimerasys.com::45a00c3a-41ab-44e5-aec1-c380b65b0898" providerId="AD" clId="Web-{217AF87E-DF2F-4778-B3FB-6DCF2BE24665}" dt="2026-02-01T06:36:32.350" v="9" actId="20577"/>
        <pc:sldMkLst>
          <pc:docMk/>
          <pc:sldMk cId="1853920706" sldId="3592"/>
        </pc:sldMkLst>
        <pc:spChg chg="mod">
          <ac:chgData name="Monish R" userId="S::monish@wimerasys.com::45a00c3a-41ab-44e5-aec1-c380b65b0898" providerId="AD" clId="Web-{217AF87E-DF2F-4778-B3FB-6DCF2BE24665}" dt="2026-02-01T06:36:32.350" v="9" actId="20577"/>
          <ac:spMkLst>
            <pc:docMk/>
            <pc:sldMk cId="1853920706" sldId="3592"/>
            <ac:spMk id="9" creationId="{00000000-0000-0000-0000-000000000000}"/>
          </ac:spMkLst>
        </pc:spChg>
      </pc:sldChg>
    </pc:docChg>
  </pc:docChgLst>
  <pc:docChgLst>
    <pc:chgData name="Monish R" userId="S::monish@wimerasys.com::45a00c3a-41ab-44e5-aec1-c380b65b0898" providerId="AD" clId="Web-{A625B40B-4FF6-4B72-AB3A-2D2CD36A31F9}"/>
    <pc:docChg chg="modSld sldOrd">
      <pc:chgData name="Monish R" userId="S::monish@wimerasys.com::45a00c3a-41ab-44e5-aec1-c380b65b0898" providerId="AD" clId="Web-{A625B40B-4FF6-4B72-AB3A-2D2CD36A31F9}" dt="2026-02-01T07:18:05.384" v="9"/>
      <pc:docMkLst>
        <pc:docMk/>
      </pc:docMkLst>
      <pc:sldChg chg="addSp modSp">
        <pc:chgData name="Monish R" userId="S::monish@wimerasys.com::45a00c3a-41ab-44e5-aec1-c380b65b0898" providerId="AD" clId="Web-{A625B40B-4FF6-4B72-AB3A-2D2CD36A31F9}" dt="2026-02-01T07:16:08.382" v="3" actId="14100"/>
        <pc:sldMkLst>
          <pc:docMk/>
          <pc:sldMk cId="3105328444" sldId="3662"/>
        </pc:sldMkLst>
        <pc:picChg chg="add mod">
          <ac:chgData name="Monish R" userId="S::monish@wimerasys.com::45a00c3a-41ab-44e5-aec1-c380b65b0898" providerId="AD" clId="Web-{A625B40B-4FF6-4B72-AB3A-2D2CD36A31F9}" dt="2026-02-01T07:16:08.382" v="3" actId="14100"/>
          <ac:picMkLst>
            <pc:docMk/>
            <pc:sldMk cId="3105328444" sldId="3662"/>
            <ac:picMk id="6" creationId="{E0A6AD85-678D-3E80-111B-59ED8E43F559}"/>
          </ac:picMkLst>
        </pc:picChg>
      </pc:sldChg>
      <pc:sldChg chg="addSp modSp ord">
        <pc:chgData name="Monish R" userId="S::monish@wimerasys.com::45a00c3a-41ab-44e5-aec1-c380b65b0898" providerId="AD" clId="Web-{A625B40B-4FF6-4B72-AB3A-2D2CD36A31F9}" dt="2026-02-01T07:18:05.384" v="9"/>
        <pc:sldMkLst>
          <pc:docMk/>
          <pc:sldMk cId="3391089024" sldId="3663"/>
        </pc:sldMkLst>
        <pc:picChg chg="add mod">
          <ac:chgData name="Monish R" userId="S::monish@wimerasys.com::45a00c3a-41ab-44e5-aec1-c380b65b0898" providerId="AD" clId="Web-{A625B40B-4FF6-4B72-AB3A-2D2CD36A31F9}" dt="2026-02-01T07:17:49.431" v="8" actId="1076"/>
          <ac:picMkLst>
            <pc:docMk/>
            <pc:sldMk cId="3391089024" sldId="3663"/>
            <ac:picMk id="6" creationId="{1987A809-0514-439C-35D4-A6C641AD2766}"/>
          </ac:picMkLst>
        </pc:picChg>
      </pc:sldChg>
    </pc:docChg>
  </pc:docChgLst>
  <pc:docChgLst>
    <pc:chgData name="Monish R" userId="S::monish@wimerasys.com::45a00c3a-41ab-44e5-aec1-c380b65b0898" providerId="AD" clId="Web-{0E08E694-5DC7-4A91-A47A-F12610817365}"/>
    <pc:docChg chg="modSld">
      <pc:chgData name="Monish R" userId="S::monish@wimerasys.com::45a00c3a-41ab-44e5-aec1-c380b65b0898" providerId="AD" clId="Web-{0E08E694-5DC7-4A91-A47A-F12610817365}" dt="2026-02-01T07:36:47.393" v="142" actId="1076"/>
      <pc:docMkLst>
        <pc:docMk/>
      </pc:docMkLst>
      <pc:sldChg chg="modSp">
        <pc:chgData name="Monish R" userId="S::monish@wimerasys.com::45a00c3a-41ab-44e5-aec1-c380b65b0898" providerId="AD" clId="Web-{0E08E694-5DC7-4A91-A47A-F12610817365}" dt="2026-02-01T07:36:47.393" v="142" actId="1076"/>
        <pc:sldMkLst>
          <pc:docMk/>
          <pc:sldMk cId="2218009853" sldId="3660"/>
        </pc:sldMkLst>
        <pc:picChg chg="mod">
          <ac:chgData name="Monish R" userId="S::monish@wimerasys.com::45a00c3a-41ab-44e5-aec1-c380b65b0898" providerId="AD" clId="Web-{0E08E694-5DC7-4A91-A47A-F12610817365}" dt="2026-02-01T07:36:47.393" v="142" actId="1076"/>
          <ac:picMkLst>
            <pc:docMk/>
            <pc:sldMk cId="2218009853" sldId="3660"/>
            <ac:picMk id="3074" creationId="{8B1A6181-951F-42E2-1321-B2C7F28069B5}"/>
          </ac:picMkLst>
        </pc:picChg>
      </pc:sldChg>
      <pc:sldChg chg="addSp modSp">
        <pc:chgData name="Monish R" userId="S::monish@wimerasys.com::45a00c3a-41ab-44e5-aec1-c380b65b0898" providerId="AD" clId="Web-{0E08E694-5DC7-4A91-A47A-F12610817365}" dt="2026-02-01T07:27:08.544" v="22" actId="14100"/>
        <pc:sldMkLst>
          <pc:docMk/>
          <pc:sldMk cId="2761674153" sldId="3661"/>
        </pc:sldMkLst>
        <pc:spChg chg="mod">
          <ac:chgData name="Monish R" userId="S::monish@wimerasys.com::45a00c3a-41ab-44e5-aec1-c380b65b0898" providerId="AD" clId="Web-{0E08E694-5DC7-4A91-A47A-F12610817365}" dt="2026-02-01T07:27:08.544" v="22" actId="14100"/>
          <ac:spMkLst>
            <pc:docMk/>
            <pc:sldMk cId="2761674153" sldId="3661"/>
            <ac:spMk id="11" creationId="{80031452-5610-B57F-3F4D-8846F6E1EA81}"/>
          </ac:spMkLst>
        </pc:spChg>
        <pc:picChg chg="add mod">
          <ac:chgData name="Monish R" userId="S::monish@wimerasys.com::45a00c3a-41ab-44e5-aec1-c380b65b0898" providerId="AD" clId="Web-{0E08E694-5DC7-4A91-A47A-F12610817365}" dt="2026-02-01T07:23:50.696" v="15" actId="1076"/>
          <ac:picMkLst>
            <pc:docMk/>
            <pc:sldMk cId="2761674153" sldId="3661"/>
            <ac:picMk id="5" creationId="{567F513F-3551-495F-534A-625E5897C147}"/>
          </ac:picMkLst>
        </pc:picChg>
        <pc:picChg chg="add mod">
          <ac:chgData name="Monish R" userId="S::monish@wimerasys.com::45a00c3a-41ab-44e5-aec1-c380b65b0898" providerId="AD" clId="Web-{0E08E694-5DC7-4A91-A47A-F12610817365}" dt="2026-02-01T07:26:54.669" v="20" actId="14100"/>
          <ac:picMkLst>
            <pc:docMk/>
            <pc:sldMk cId="2761674153" sldId="3661"/>
            <ac:picMk id="6" creationId="{DF2F9B4C-56C6-F415-9337-1B7E57586CC3}"/>
          </ac:picMkLst>
        </pc:picChg>
      </pc:sldChg>
      <pc:sldChg chg="modSp">
        <pc:chgData name="Monish R" userId="S::monish@wimerasys.com::45a00c3a-41ab-44e5-aec1-c380b65b0898" providerId="AD" clId="Web-{0E08E694-5DC7-4A91-A47A-F12610817365}" dt="2026-02-01T07:33:18.674" v="127" actId="20577"/>
        <pc:sldMkLst>
          <pc:docMk/>
          <pc:sldMk cId="3105328444" sldId="3662"/>
        </pc:sldMkLst>
        <pc:spChg chg="mod">
          <ac:chgData name="Monish R" userId="S::monish@wimerasys.com::45a00c3a-41ab-44e5-aec1-c380b65b0898" providerId="AD" clId="Web-{0E08E694-5DC7-4A91-A47A-F12610817365}" dt="2026-02-01T07:33:18.674" v="127" actId="20577"/>
          <ac:spMkLst>
            <pc:docMk/>
            <pc:sldMk cId="3105328444" sldId="3662"/>
            <ac:spMk id="11" creationId="{6C94EE23-6C0A-6835-209B-AD1461BA275A}"/>
          </ac:spMkLst>
        </pc:spChg>
      </pc:sldChg>
      <pc:sldChg chg="addSp modSp">
        <pc:chgData name="Monish R" userId="S::monish@wimerasys.com::45a00c3a-41ab-44e5-aec1-c380b65b0898" providerId="AD" clId="Web-{0E08E694-5DC7-4A91-A47A-F12610817365}" dt="2026-02-01T07:35:46.268" v="140" actId="1076"/>
        <pc:sldMkLst>
          <pc:docMk/>
          <pc:sldMk cId="3391089024" sldId="3663"/>
        </pc:sldMkLst>
        <pc:spChg chg="mod">
          <ac:chgData name="Monish R" userId="S::monish@wimerasys.com::45a00c3a-41ab-44e5-aec1-c380b65b0898" providerId="AD" clId="Web-{0E08E694-5DC7-4A91-A47A-F12610817365}" dt="2026-02-01T07:22:20.712" v="9" actId="1076"/>
          <ac:spMkLst>
            <pc:docMk/>
            <pc:sldMk cId="3391089024" sldId="3663"/>
            <ac:spMk id="11" creationId="{356AB089-8354-2E01-0C60-A137518F18D5}"/>
          </ac:spMkLst>
        </pc:spChg>
        <pc:picChg chg="mod">
          <ac:chgData name="Monish R" userId="S::monish@wimerasys.com::45a00c3a-41ab-44e5-aec1-c380b65b0898" providerId="AD" clId="Web-{0E08E694-5DC7-4A91-A47A-F12610817365}" dt="2026-02-01T07:35:46.253" v="139" actId="1076"/>
          <ac:picMkLst>
            <pc:docMk/>
            <pc:sldMk cId="3391089024" sldId="3663"/>
            <ac:picMk id="6" creationId="{1987A809-0514-439C-35D4-A6C641AD2766}"/>
          </ac:picMkLst>
        </pc:picChg>
        <pc:picChg chg="add mod">
          <ac:chgData name="Monish R" userId="S::monish@wimerasys.com::45a00c3a-41ab-44e5-aec1-c380b65b0898" providerId="AD" clId="Web-{0E08E694-5DC7-4A91-A47A-F12610817365}" dt="2026-02-01T07:35:46.268" v="140" actId="1076"/>
          <ac:picMkLst>
            <pc:docMk/>
            <pc:sldMk cId="3391089024" sldId="3663"/>
            <ac:picMk id="7" creationId="{5FA1877A-0BA7-9C4D-5037-A8D7C0DBB8DA}"/>
          </ac:picMkLst>
        </pc:picChg>
      </pc:sldChg>
      <pc:sldChg chg="modSp">
        <pc:chgData name="Monish R" userId="S::monish@wimerasys.com::45a00c3a-41ab-44e5-aec1-c380b65b0898" providerId="AD" clId="Web-{0E08E694-5DC7-4A91-A47A-F12610817365}" dt="2026-02-01T07:34:49.596" v="138" actId="20577"/>
        <pc:sldMkLst>
          <pc:docMk/>
          <pc:sldMk cId="1598694032" sldId="3666"/>
        </pc:sldMkLst>
        <pc:spChg chg="mod">
          <ac:chgData name="Monish R" userId="S::monish@wimerasys.com::45a00c3a-41ab-44e5-aec1-c380b65b0898" providerId="AD" clId="Web-{0E08E694-5DC7-4A91-A47A-F12610817365}" dt="2026-02-01T07:34:49.596" v="138" actId="20577"/>
          <ac:spMkLst>
            <pc:docMk/>
            <pc:sldMk cId="1598694032" sldId="3666"/>
            <ac:spMk id="11" creationId="{4E54863A-109A-B938-42B1-3A0CD2828CC9}"/>
          </ac:spMkLst>
        </pc:spChg>
      </pc:sldChg>
    </pc:docChg>
  </pc:docChgLst>
  <pc:docChgLst>
    <pc:chgData name="Monish R" userId="S::monish@wimerasys.com::45a00c3a-41ab-44e5-aec1-c380b65b0898" providerId="AD" clId="Web-{52D93721-0061-40B5-8764-10449227E7DD}"/>
    <pc:docChg chg="modSld sldOrd">
      <pc:chgData name="Monish R" userId="S::monish@wimerasys.com::45a00c3a-41ab-44e5-aec1-c380b65b0898" providerId="AD" clId="Web-{52D93721-0061-40B5-8764-10449227E7DD}" dt="2026-02-01T10:51:12.206" v="7" actId="20577"/>
      <pc:docMkLst>
        <pc:docMk/>
      </pc:docMkLst>
      <pc:sldChg chg="ord">
        <pc:chgData name="Monish R" userId="S::monish@wimerasys.com::45a00c3a-41ab-44e5-aec1-c380b65b0898" providerId="AD" clId="Web-{52D93721-0061-40B5-8764-10449227E7DD}" dt="2026-02-01T10:41:38.612" v="3"/>
        <pc:sldMkLst>
          <pc:docMk/>
          <pc:sldMk cId="3105328444" sldId="3662"/>
        </pc:sldMkLst>
      </pc:sldChg>
      <pc:sldChg chg="ord">
        <pc:chgData name="Monish R" userId="S::monish@wimerasys.com::45a00c3a-41ab-44e5-aec1-c380b65b0898" providerId="AD" clId="Web-{52D93721-0061-40B5-8764-10449227E7DD}" dt="2026-02-01T10:40:54.737" v="1"/>
        <pc:sldMkLst>
          <pc:docMk/>
          <pc:sldMk cId="3391089024" sldId="3663"/>
        </pc:sldMkLst>
      </pc:sldChg>
      <pc:sldChg chg="modSp ord">
        <pc:chgData name="Monish R" userId="S::monish@wimerasys.com::45a00c3a-41ab-44e5-aec1-c380b65b0898" providerId="AD" clId="Web-{52D93721-0061-40B5-8764-10449227E7DD}" dt="2026-02-01T10:51:12.206" v="7" actId="20577"/>
        <pc:sldMkLst>
          <pc:docMk/>
          <pc:sldMk cId="1598694032" sldId="3666"/>
        </pc:sldMkLst>
        <pc:spChg chg="mod">
          <ac:chgData name="Monish R" userId="S::monish@wimerasys.com::45a00c3a-41ab-44e5-aec1-c380b65b0898" providerId="AD" clId="Web-{52D93721-0061-40B5-8764-10449227E7DD}" dt="2026-02-01T10:51:12.206" v="7" actId="20577"/>
          <ac:spMkLst>
            <pc:docMk/>
            <pc:sldMk cId="1598694032" sldId="3666"/>
            <ac:spMk id="3" creationId="{9CE2B5B0-1675-E853-3E40-2EF881C5FBC2}"/>
          </ac:spMkLst>
        </pc:spChg>
      </pc:sldChg>
    </pc:docChg>
  </pc:docChgLst>
  <pc:docChgLst>
    <pc:chgData name="Monish R" userId="S::monish@wimerasys.com::45a00c3a-41ab-44e5-aec1-c380b65b0898" providerId="AD" clId="Web-{23FE8BB9-6FAD-4478-91CB-266C0B6FA596}"/>
    <pc:docChg chg="delSld modSld">
      <pc:chgData name="Monish R" userId="S::monish@wimerasys.com::45a00c3a-41ab-44e5-aec1-c380b65b0898" providerId="AD" clId="Web-{23FE8BB9-6FAD-4478-91CB-266C0B6FA596}" dt="2026-02-01T09:07:28.918" v="94" actId="14100"/>
      <pc:docMkLst>
        <pc:docMk/>
      </pc:docMkLst>
      <pc:sldChg chg="del">
        <pc:chgData name="Monish R" userId="S::monish@wimerasys.com::45a00c3a-41ab-44e5-aec1-c380b65b0898" providerId="AD" clId="Web-{23FE8BB9-6FAD-4478-91CB-266C0B6FA596}" dt="2026-02-01T08:47:13.831" v="75"/>
        <pc:sldMkLst>
          <pc:docMk/>
          <pc:sldMk cId="4169735858" sldId="3657"/>
        </pc:sldMkLst>
      </pc:sldChg>
      <pc:sldChg chg="addSp delSp modSp">
        <pc:chgData name="Monish R" userId="S::monish@wimerasys.com::45a00c3a-41ab-44e5-aec1-c380b65b0898" providerId="AD" clId="Web-{23FE8BB9-6FAD-4478-91CB-266C0B6FA596}" dt="2026-02-01T09:07:28.918" v="94" actId="14100"/>
        <pc:sldMkLst>
          <pc:docMk/>
          <pc:sldMk cId="440760174" sldId="3659"/>
        </pc:sldMkLst>
        <pc:spChg chg="mod">
          <ac:chgData name="Monish R" userId="S::monish@wimerasys.com::45a00c3a-41ab-44e5-aec1-c380b65b0898" providerId="AD" clId="Web-{23FE8BB9-6FAD-4478-91CB-266C0B6FA596}" dt="2026-02-01T08:50:07.692" v="91" actId="14100"/>
          <ac:spMkLst>
            <pc:docMk/>
            <pc:sldMk cId="440760174" sldId="3659"/>
            <ac:spMk id="3" creationId="{9B03DCCC-6770-1E3B-10E0-1760964ECD2D}"/>
          </ac:spMkLst>
        </pc:spChg>
        <pc:picChg chg="add del mod">
          <ac:chgData name="Monish R" userId="S::monish@wimerasys.com::45a00c3a-41ab-44e5-aec1-c380b65b0898" providerId="AD" clId="Web-{23FE8BB9-6FAD-4478-91CB-266C0B6FA596}" dt="2026-02-01T08:49:24.879" v="86"/>
          <ac:picMkLst>
            <pc:docMk/>
            <pc:sldMk cId="440760174" sldId="3659"/>
            <ac:picMk id="7" creationId="{68520440-FF3B-AB9D-4B36-E50A330BEE7D}"/>
          </ac:picMkLst>
        </pc:picChg>
        <pc:picChg chg="add del mod">
          <ac:chgData name="Monish R" userId="S::monish@wimerasys.com::45a00c3a-41ab-44e5-aec1-c380b65b0898" providerId="AD" clId="Web-{23FE8BB9-6FAD-4478-91CB-266C0B6FA596}" dt="2026-02-01T09:07:22.075" v="93"/>
          <ac:picMkLst>
            <pc:docMk/>
            <pc:sldMk cId="440760174" sldId="3659"/>
            <ac:picMk id="8" creationId="{86F0C0FD-5B5A-867A-58ED-12437B3DE02C}"/>
          </ac:picMkLst>
        </pc:picChg>
        <pc:picChg chg="mod">
          <ac:chgData name="Monish R" userId="S::monish@wimerasys.com::45a00c3a-41ab-44e5-aec1-c380b65b0898" providerId="AD" clId="Web-{23FE8BB9-6FAD-4478-91CB-266C0B6FA596}" dt="2026-02-01T09:07:28.918" v="94" actId="14100"/>
          <ac:picMkLst>
            <pc:docMk/>
            <pc:sldMk cId="440760174" sldId="3659"/>
            <ac:picMk id="2052" creationId="{B6D22D55-3FA5-93A9-AB92-ADE3338DA5F4}"/>
          </ac:picMkLst>
        </pc:picChg>
      </pc:sldChg>
      <pc:sldChg chg="modSp">
        <pc:chgData name="Monish R" userId="S::monish@wimerasys.com::45a00c3a-41ab-44e5-aec1-c380b65b0898" providerId="AD" clId="Web-{23FE8BB9-6FAD-4478-91CB-266C0B6FA596}" dt="2026-02-01T08:47:05.784" v="74" actId="20577"/>
        <pc:sldMkLst>
          <pc:docMk/>
          <pc:sldMk cId="2833550607" sldId="3667"/>
        </pc:sldMkLst>
        <pc:spChg chg="mod">
          <ac:chgData name="Monish R" userId="S::monish@wimerasys.com::45a00c3a-41ab-44e5-aec1-c380b65b0898" providerId="AD" clId="Web-{23FE8BB9-6FAD-4478-91CB-266C0B6FA596}" dt="2026-02-01T08:47:05.784" v="74" actId="20577"/>
          <ac:spMkLst>
            <pc:docMk/>
            <pc:sldMk cId="2833550607" sldId="3667"/>
            <ac:spMk id="9" creationId="{2C8787C6-78E3-A676-97ED-19F13CFA92E5}"/>
          </ac:spMkLst>
        </pc:spChg>
      </pc:sldChg>
    </pc:docChg>
  </pc:docChgLst>
  <pc:docChgLst>
    <pc:chgData name="Monish R" userId="S::monish@wimerasys.com::45a00c3a-41ab-44e5-aec1-c380b65b0898" providerId="AD" clId="Web-{0F556DA3-EA68-4F7B-96DA-854A5B02DA3E}"/>
    <pc:docChg chg="modSld sldOrd">
      <pc:chgData name="Monish R" userId="S::monish@wimerasys.com::45a00c3a-41ab-44e5-aec1-c380b65b0898" providerId="AD" clId="Web-{0F556DA3-EA68-4F7B-96DA-854A5B02DA3E}" dt="2026-02-01T10:19:13.308" v="9"/>
      <pc:docMkLst>
        <pc:docMk/>
      </pc:docMkLst>
      <pc:sldChg chg="modSp">
        <pc:chgData name="Monish R" userId="S::monish@wimerasys.com::45a00c3a-41ab-44e5-aec1-c380b65b0898" providerId="AD" clId="Web-{0F556DA3-EA68-4F7B-96DA-854A5B02DA3E}" dt="2026-02-01T10:06:44.455" v="6" actId="20577"/>
        <pc:sldMkLst>
          <pc:docMk/>
          <pc:sldMk cId="3337408392" sldId="3656"/>
        </pc:sldMkLst>
        <pc:spChg chg="mod">
          <ac:chgData name="Monish R" userId="S::monish@wimerasys.com::45a00c3a-41ab-44e5-aec1-c380b65b0898" providerId="AD" clId="Web-{0F556DA3-EA68-4F7B-96DA-854A5B02DA3E}" dt="2026-02-01T10:04:03.095" v="0" actId="1076"/>
          <ac:spMkLst>
            <pc:docMk/>
            <pc:sldMk cId="3337408392" sldId="3656"/>
            <ac:spMk id="6" creationId="{52427950-67B9-D767-69AE-5950EBE7B732}"/>
          </ac:spMkLst>
        </pc:spChg>
        <pc:spChg chg="mod">
          <ac:chgData name="Monish R" userId="S::monish@wimerasys.com::45a00c3a-41ab-44e5-aec1-c380b65b0898" providerId="AD" clId="Web-{0F556DA3-EA68-4F7B-96DA-854A5B02DA3E}" dt="2026-02-01T10:06:44.455" v="6" actId="20577"/>
          <ac:spMkLst>
            <pc:docMk/>
            <pc:sldMk cId="3337408392" sldId="3656"/>
            <ac:spMk id="7" creationId="{4EC954D9-8EC7-53AB-2B51-C991691BA356}"/>
          </ac:spMkLst>
        </pc:spChg>
      </pc:sldChg>
      <pc:sldChg chg="ord">
        <pc:chgData name="Monish R" userId="S::monish@wimerasys.com::45a00c3a-41ab-44e5-aec1-c380b65b0898" providerId="AD" clId="Web-{0F556DA3-EA68-4F7B-96DA-854A5B02DA3E}" dt="2026-02-01T10:19:13.308" v="9"/>
        <pc:sldMkLst>
          <pc:docMk/>
          <pc:sldMk cId="1598694032" sldId="3666"/>
        </pc:sldMkLst>
      </pc:sldChg>
      <pc:sldChg chg="addSp modSp">
        <pc:chgData name="Monish R" userId="S::monish@wimerasys.com::45a00c3a-41ab-44e5-aec1-c380b65b0898" providerId="AD" clId="Web-{0F556DA3-EA68-4F7B-96DA-854A5B02DA3E}" dt="2026-02-01T10:04:39.548" v="4" actId="1076"/>
        <pc:sldMkLst>
          <pc:docMk/>
          <pc:sldMk cId="2833550607" sldId="3667"/>
        </pc:sldMkLst>
        <pc:picChg chg="add mod">
          <ac:chgData name="Monish R" userId="S::monish@wimerasys.com::45a00c3a-41ab-44e5-aec1-c380b65b0898" providerId="AD" clId="Web-{0F556DA3-EA68-4F7B-96DA-854A5B02DA3E}" dt="2026-02-01T10:04:39.548" v="4" actId="1076"/>
          <ac:picMkLst>
            <pc:docMk/>
            <pc:sldMk cId="2833550607" sldId="3667"/>
            <ac:picMk id="2" creationId="{E1EEBE19-D36F-7214-F2B7-743DEED88C33}"/>
          </ac:picMkLst>
        </pc:picChg>
      </pc:sldChg>
    </pc:docChg>
  </pc:docChgLst>
  <pc:docChgLst>
    <pc:chgData name="Monish R" userId="S::monish@wimerasys.com::45a00c3a-41ab-44e5-aec1-c380b65b0898" providerId="AD" clId="Web-{442C3746-FEC5-41A0-9680-E00BFD063F34}"/>
    <pc:docChg chg="modSld">
      <pc:chgData name="Monish R" userId="S::monish@wimerasys.com::45a00c3a-41ab-44e5-aec1-c380b65b0898" providerId="AD" clId="Web-{442C3746-FEC5-41A0-9680-E00BFD063F34}" dt="2026-02-01T09:09:05.177" v="8" actId="14100"/>
      <pc:docMkLst>
        <pc:docMk/>
      </pc:docMkLst>
      <pc:sldChg chg="addSp modSp">
        <pc:chgData name="Monish R" userId="S::monish@wimerasys.com::45a00c3a-41ab-44e5-aec1-c380b65b0898" providerId="AD" clId="Web-{442C3746-FEC5-41A0-9680-E00BFD063F34}" dt="2026-02-01T09:09:05.177" v="8" actId="14100"/>
        <pc:sldMkLst>
          <pc:docMk/>
          <pc:sldMk cId="440760174" sldId="3659"/>
        </pc:sldMkLst>
        <pc:picChg chg="add mod">
          <ac:chgData name="Monish R" userId="S::monish@wimerasys.com::45a00c3a-41ab-44e5-aec1-c380b65b0898" providerId="AD" clId="Web-{442C3746-FEC5-41A0-9680-E00BFD063F34}" dt="2026-02-01T09:08:55.771" v="7" actId="1076"/>
          <ac:picMkLst>
            <pc:docMk/>
            <pc:sldMk cId="440760174" sldId="3659"/>
            <ac:picMk id="7" creationId="{D94E435C-5F67-3753-6E5E-B7DB8427EECE}"/>
          </ac:picMkLst>
        </pc:picChg>
        <pc:picChg chg="mod">
          <ac:chgData name="Monish R" userId="S::monish@wimerasys.com::45a00c3a-41ab-44e5-aec1-c380b65b0898" providerId="AD" clId="Web-{442C3746-FEC5-41A0-9680-E00BFD063F34}" dt="2026-02-01T09:09:05.177" v="8" actId="14100"/>
          <ac:picMkLst>
            <pc:docMk/>
            <pc:sldMk cId="440760174" sldId="3659"/>
            <ac:picMk id="2052" creationId="{B6D22D55-3FA5-93A9-AB92-ADE3338DA5F4}"/>
          </ac:picMkLst>
        </pc:picChg>
      </pc:sldChg>
    </pc:docChg>
  </pc:docChgLst>
  <pc:docChgLst>
    <pc:chgData name="Monish R" userId="S::monish@wimerasys.com::45a00c3a-41ab-44e5-aec1-c380b65b0898" providerId="AD" clId="Web-{C058CF54-FEC0-44EB-B1A6-A916105AF8A8}"/>
    <pc:docChg chg="modSld">
      <pc:chgData name="Monish R" userId="S::monish@wimerasys.com::45a00c3a-41ab-44e5-aec1-c380b65b0898" providerId="AD" clId="Web-{C058CF54-FEC0-44EB-B1A6-A916105AF8A8}" dt="2026-02-01T06:30:04.501" v="259" actId="20577"/>
      <pc:docMkLst>
        <pc:docMk/>
      </pc:docMkLst>
      <pc:sldChg chg="modSp">
        <pc:chgData name="Monish R" userId="S::monish@wimerasys.com::45a00c3a-41ab-44e5-aec1-c380b65b0898" providerId="AD" clId="Web-{C058CF54-FEC0-44EB-B1A6-A916105AF8A8}" dt="2026-02-01T06:30:04.501" v="259" actId="20577"/>
        <pc:sldMkLst>
          <pc:docMk/>
          <pc:sldMk cId="1853920706" sldId="3592"/>
        </pc:sldMkLst>
        <pc:spChg chg="mod">
          <ac:chgData name="Monish R" userId="S::monish@wimerasys.com::45a00c3a-41ab-44e5-aec1-c380b65b0898" providerId="AD" clId="Web-{C058CF54-FEC0-44EB-B1A6-A916105AF8A8}" dt="2026-02-01T06:30:04.501" v="259" actId="20577"/>
          <ac:spMkLst>
            <pc:docMk/>
            <pc:sldMk cId="1853920706" sldId="3592"/>
            <ac:spMk id="9" creationId="{00000000-0000-0000-0000-000000000000}"/>
          </ac:spMkLst>
        </pc:spChg>
      </pc:sldChg>
      <pc:sldChg chg="modSp">
        <pc:chgData name="Monish R" userId="S::monish@wimerasys.com::45a00c3a-41ab-44e5-aec1-c380b65b0898" providerId="AD" clId="Web-{C058CF54-FEC0-44EB-B1A6-A916105AF8A8}" dt="2026-02-01T05:48:14.582" v="134" actId="20577"/>
        <pc:sldMkLst>
          <pc:docMk/>
          <pc:sldMk cId="440760174" sldId="3659"/>
        </pc:sldMkLst>
        <pc:spChg chg="mod">
          <ac:chgData name="Monish R" userId="S::monish@wimerasys.com::45a00c3a-41ab-44e5-aec1-c380b65b0898" providerId="AD" clId="Web-{C058CF54-FEC0-44EB-B1A6-A916105AF8A8}" dt="2026-02-01T05:48:14.582" v="134" actId="20577"/>
          <ac:spMkLst>
            <pc:docMk/>
            <pc:sldMk cId="440760174" sldId="3659"/>
            <ac:spMk id="3" creationId="{9B03DCCC-6770-1E3B-10E0-1760964ECD2D}"/>
          </ac:spMkLst>
        </pc:spChg>
      </pc:sldChg>
      <pc:sldChg chg="modSp">
        <pc:chgData name="Monish R" userId="S::monish@wimerasys.com::45a00c3a-41ab-44e5-aec1-c380b65b0898" providerId="AD" clId="Web-{C058CF54-FEC0-44EB-B1A6-A916105AF8A8}" dt="2026-02-01T05:49:07.601" v="143" actId="14100"/>
        <pc:sldMkLst>
          <pc:docMk/>
          <pc:sldMk cId="2218009853" sldId="3660"/>
        </pc:sldMkLst>
        <pc:spChg chg="mod">
          <ac:chgData name="Monish R" userId="S::monish@wimerasys.com::45a00c3a-41ab-44e5-aec1-c380b65b0898" providerId="AD" clId="Web-{C058CF54-FEC0-44EB-B1A6-A916105AF8A8}" dt="2026-02-01T05:49:07.601" v="143" actId="14100"/>
          <ac:spMkLst>
            <pc:docMk/>
            <pc:sldMk cId="2218009853" sldId="3660"/>
            <ac:spMk id="6" creationId="{08CBF442-E3F5-8B32-FD82-F616DE528ED4}"/>
          </ac:spMkLst>
        </pc:spChg>
      </pc:sldChg>
      <pc:sldChg chg="modSp">
        <pc:chgData name="Monish R" userId="S::monish@wimerasys.com::45a00c3a-41ab-44e5-aec1-c380b65b0898" providerId="AD" clId="Web-{C058CF54-FEC0-44EB-B1A6-A916105AF8A8}" dt="2026-02-01T05:55:13.204" v="185" actId="14100"/>
        <pc:sldMkLst>
          <pc:docMk/>
          <pc:sldMk cId="1298271288" sldId="3669"/>
        </pc:sldMkLst>
        <pc:spChg chg="mod">
          <ac:chgData name="Monish R" userId="S::monish@wimerasys.com::45a00c3a-41ab-44e5-aec1-c380b65b0898" providerId="AD" clId="Web-{C058CF54-FEC0-44EB-B1A6-A916105AF8A8}" dt="2026-02-01T05:55:13.204" v="185" actId="14100"/>
          <ac:spMkLst>
            <pc:docMk/>
            <pc:sldMk cId="1298271288" sldId="3669"/>
            <ac:spMk id="3" creationId="{775DB7B5-78AE-16E3-8C98-E7C02C71AC3F}"/>
          </ac:spMkLst>
        </pc:spChg>
        <pc:cxnChg chg="mod">
          <ac:chgData name="Monish R" userId="S::monish@wimerasys.com::45a00c3a-41ab-44e5-aec1-c380b65b0898" providerId="AD" clId="Web-{C058CF54-FEC0-44EB-B1A6-A916105AF8A8}" dt="2026-02-01T05:54:26.704" v="169" actId="1076"/>
          <ac:cxnSpMkLst>
            <pc:docMk/>
            <pc:sldMk cId="1298271288" sldId="3669"/>
            <ac:cxnSpMk id="5" creationId="{C47FB1DB-5A28-0AC5-583C-67791CDE8ABF}"/>
          </ac:cxnSpMkLst>
        </pc:cxnChg>
      </pc:sldChg>
      <pc:sldChg chg="modSp">
        <pc:chgData name="Monish R" userId="S::monish@wimerasys.com::45a00c3a-41ab-44e5-aec1-c380b65b0898" providerId="AD" clId="Web-{C058CF54-FEC0-44EB-B1A6-A916105AF8A8}" dt="2026-02-01T05:55:28.220" v="192" actId="20577"/>
        <pc:sldMkLst>
          <pc:docMk/>
          <pc:sldMk cId="3198074407" sldId="3670"/>
        </pc:sldMkLst>
        <pc:spChg chg="mod">
          <ac:chgData name="Monish R" userId="S::monish@wimerasys.com::45a00c3a-41ab-44e5-aec1-c380b65b0898" providerId="AD" clId="Web-{C058CF54-FEC0-44EB-B1A6-A916105AF8A8}" dt="2026-02-01T05:55:28.220" v="192" actId="20577"/>
          <ac:spMkLst>
            <pc:docMk/>
            <pc:sldMk cId="3198074407" sldId="3670"/>
            <ac:spMk id="3" creationId="{D29A663C-7A9B-68FA-DB6A-045072FF4ABB}"/>
          </ac:spMkLst>
        </pc:spChg>
      </pc:sldChg>
      <pc:sldChg chg="modSp">
        <pc:chgData name="Monish R" userId="S::monish@wimerasys.com::45a00c3a-41ab-44e5-aec1-c380b65b0898" providerId="AD" clId="Web-{C058CF54-FEC0-44EB-B1A6-A916105AF8A8}" dt="2026-02-01T05:55:53.579" v="198" actId="14100"/>
        <pc:sldMkLst>
          <pc:docMk/>
          <pc:sldMk cId="29811256" sldId="3671"/>
        </pc:sldMkLst>
        <pc:spChg chg="mod">
          <ac:chgData name="Monish R" userId="S::monish@wimerasys.com::45a00c3a-41ab-44e5-aec1-c380b65b0898" providerId="AD" clId="Web-{C058CF54-FEC0-44EB-B1A6-A916105AF8A8}" dt="2026-02-01T05:55:53.579" v="198" actId="14100"/>
          <ac:spMkLst>
            <pc:docMk/>
            <pc:sldMk cId="29811256" sldId="3671"/>
            <ac:spMk id="3" creationId="{9E56A2D8-5672-58E4-57AC-5C7C92D35BBF}"/>
          </ac:spMkLst>
        </pc:spChg>
      </pc:sldChg>
    </pc:docChg>
  </pc:docChgLst>
  <pc:docChgLst>
    <pc:chgData name="Jayakumar R" userId="87d1367b-1028-471a-a0a9-d64dec2f8b08" providerId="ADAL" clId="{C176532C-A38B-4E9B-8D30-1AF874CF1989}"/>
    <pc:docChg chg="undo redo custSel addSld delSld modSld sldOrd modMainMaster">
      <pc:chgData name="Jayakumar R" userId="87d1367b-1028-471a-a0a9-d64dec2f8b08" providerId="ADAL" clId="{C176532C-A38B-4E9B-8D30-1AF874CF1989}" dt="2026-02-01T11:14:26.267" v="5853" actId="255"/>
      <pc:docMkLst>
        <pc:docMk/>
      </pc:docMkLst>
      <pc:sldChg chg="delSp mod setBg">
        <pc:chgData name="Jayakumar R" userId="87d1367b-1028-471a-a0a9-d64dec2f8b08" providerId="ADAL" clId="{C176532C-A38B-4E9B-8D30-1AF874CF1989}" dt="2026-02-01T06:02:20.214" v="4102" actId="478"/>
        <pc:sldMkLst>
          <pc:docMk/>
          <pc:sldMk cId="3753532944" sldId="281"/>
        </pc:sldMkLst>
        <pc:spChg chg="del">
          <ac:chgData name="Jayakumar R" userId="87d1367b-1028-471a-a0a9-d64dec2f8b08" providerId="ADAL" clId="{C176532C-A38B-4E9B-8D30-1AF874CF1989}" dt="2026-02-01T06:02:17.193" v="4101" actId="478"/>
          <ac:spMkLst>
            <pc:docMk/>
            <pc:sldMk cId="3753532944" sldId="281"/>
            <ac:spMk id="25" creationId="{14727880-E580-5C1E-4EDB-A39C33D55F55}"/>
          </ac:spMkLst>
        </pc:spChg>
        <pc:spChg chg="del">
          <ac:chgData name="Jayakumar R" userId="87d1367b-1028-471a-a0a9-d64dec2f8b08" providerId="ADAL" clId="{C176532C-A38B-4E9B-8D30-1AF874CF1989}" dt="2026-02-01T06:02:20.214" v="4102" actId="478"/>
          <ac:spMkLst>
            <pc:docMk/>
            <pc:sldMk cId="3753532944" sldId="281"/>
            <ac:spMk id="27" creationId="{DE564079-3C9D-2AD6-EF2D-BBEC9BE997E9}"/>
          </ac:spMkLst>
        </pc:spChg>
        <pc:picChg chg="del">
          <ac:chgData name="Jayakumar R" userId="87d1367b-1028-471a-a0a9-d64dec2f8b08" providerId="ADAL" clId="{C176532C-A38B-4E9B-8D30-1AF874CF1989}" dt="2026-02-01T06:02:17.193" v="4101" actId="478"/>
          <ac:picMkLst>
            <pc:docMk/>
            <pc:sldMk cId="3753532944" sldId="281"/>
            <ac:picMk id="24" creationId="{E19BEFF0-5D23-6C50-773B-9202F9C3DDFD}"/>
          </ac:picMkLst>
        </pc:picChg>
        <pc:picChg chg="del">
          <ac:chgData name="Jayakumar R" userId="87d1367b-1028-471a-a0a9-d64dec2f8b08" providerId="ADAL" clId="{C176532C-A38B-4E9B-8D30-1AF874CF1989}" dt="2026-02-01T06:02:20.214" v="4102" actId="478"/>
          <ac:picMkLst>
            <pc:docMk/>
            <pc:sldMk cId="3753532944" sldId="281"/>
            <ac:picMk id="26" creationId="{EA9D748A-7BF1-6DF2-527A-F614419B565A}"/>
          </ac:picMkLst>
        </pc:picChg>
      </pc:sldChg>
      <pc:sldChg chg="del ord">
        <pc:chgData name="Jayakumar R" userId="87d1367b-1028-471a-a0a9-d64dec2f8b08" providerId="ADAL" clId="{C176532C-A38B-4E9B-8D30-1AF874CF1989}" dt="2026-01-31T06:40:58.402" v="24" actId="2696"/>
        <pc:sldMkLst>
          <pc:docMk/>
          <pc:sldMk cId="356758636" sldId="3582"/>
        </pc:sldMkLst>
      </pc:sldChg>
      <pc:sldChg chg="modSp mod setBg modNotesTx">
        <pc:chgData name="Jayakumar R" userId="87d1367b-1028-471a-a0a9-d64dec2f8b08" providerId="ADAL" clId="{C176532C-A38B-4E9B-8D30-1AF874CF1989}" dt="2026-02-01T08:55:12.321" v="5080" actId="114"/>
        <pc:sldMkLst>
          <pc:docMk/>
          <pc:sldMk cId="1853920706" sldId="3592"/>
        </pc:sldMkLst>
        <pc:spChg chg="mod">
          <ac:chgData name="Jayakumar R" userId="87d1367b-1028-471a-a0a9-d64dec2f8b08" providerId="ADAL" clId="{C176532C-A38B-4E9B-8D30-1AF874CF1989}" dt="2026-02-01T08:55:12.321" v="5080" actId="114"/>
          <ac:spMkLst>
            <pc:docMk/>
            <pc:sldMk cId="1853920706" sldId="3592"/>
            <ac:spMk id="9" creationId="{00000000-0000-0000-0000-000000000000}"/>
          </ac:spMkLst>
        </pc:spChg>
        <pc:spChg chg="mod">
          <ac:chgData name="Jayakumar R" userId="87d1367b-1028-471a-a0a9-d64dec2f8b08" providerId="ADAL" clId="{C176532C-A38B-4E9B-8D30-1AF874CF1989}" dt="2026-02-01T07:14:04.554" v="4402" actId="1076"/>
          <ac:spMkLst>
            <pc:docMk/>
            <pc:sldMk cId="1853920706" sldId="3592"/>
            <ac:spMk id="10" creationId="{00000000-0000-0000-0000-000000000000}"/>
          </ac:spMkLst>
        </pc:spChg>
      </pc:sldChg>
      <pc:sldChg chg="addSp modSp mod">
        <pc:chgData name="Jayakumar R" userId="87d1367b-1028-471a-a0a9-d64dec2f8b08" providerId="ADAL" clId="{C176532C-A38B-4E9B-8D30-1AF874CF1989}" dt="2026-02-01T07:23:29.710" v="4567" actId="1076"/>
        <pc:sldMkLst>
          <pc:docMk/>
          <pc:sldMk cId="3337408392" sldId="3656"/>
        </pc:sldMkLst>
        <pc:spChg chg="mod">
          <ac:chgData name="Jayakumar R" userId="87d1367b-1028-471a-a0a9-d64dec2f8b08" providerId="ADAL" clId="{C176532C-A38B-4E9B-8D30-1AF874CF1989}" dt="2026-02-01T06:32:08.338" v="4113" actId="1076"/>
          <ac:spMkLst>
            <pc:docMk/>
            <pc:sldMk cId="3337408392" sldId="3656"/>
            <ac:spMk id="4" creationId="{9013BB19-9BBC-9B97-10CC-2A2CDD9EDC17}"/>
          </ac:spMkLst>
        </pc:spChg>
        <pc:spChg chg="mod">
          <ac:chgData name="Jayakumar R" userId="87d1367b-1028-471a-a0a9-d64dec2f8b08" providerId="ADAL" clId="{C176532C-A38B-4E9B-8D30-1AF874CF1989}" dt="2026-02-01T07:21:47.034" v="4540" actId="1076"/>
          <ac:spMkLst>
            <pc:docMk/>
            <pc:sldMk cId="3337408392" sldId="3656"/>
            <ac:spMk id="6" creationId="{52427950-67B9-D767-69AE-5950EBE7B732}"/>
          </ac:spMkLst>
        </pc:spChg>
        <pc:spChg chg="add mod">
          <ac:chgData name="Jayakumar R" userId="87d1367b-1028-471a-a0a9-d64dec2f8b08" providerId="ADAL" clId="{C176532C-A38B-4E9B-8D30-1AF874CF1989}" dt="2026-02-01T07:23:29.710" v="4567" actId="1076"/>
          <ac:spMkLst>
            <pc:docMk/>
            <pc:sldMk cId="3337408392" sldId="3656"/>
            <ac:spMk id="7" creationId="{4EC954D9-8EC7-53AB-2B51-C991691BA356}"/>
          </ac:spMkLst>
        </pc:spChg>
        <pc:picChg chg="add mod">
          <ac:chgData name="Jayakumar R" userId="87d1367b-1028-471a-a0a9-d64dec2f8b08" providerId="ADAL" clId="{C176532C-A38B-4E9B-8D30-1AF874CF1989}" dt="2026-02-01T07:21:56.824" v="4541" actId="1076"/>
          <ac:picMkLst>
            <pc:docMk/>
            <pc:sldMk cId="3337408392" sldId="3656"/>
            <ac:picMk id="3074" creationId="{30D096C7-4FFF-8167-5B7F-23AFD25DDF40}"/>
          </ac:picMkLst>
        </pc:picChg>
      </pc:sldChg>
      <pc:sldChg chg="addSp delSp modSp mod">
        <pc:chgData name="Jayakumar R" userId="87d1367b-1028-471a-a0a9-d64dec2f8b08" providerId="ADAL" clId="{C176532C-A38B-4E9B-8D30-1AF874CF1989}" dt="2026-01-31T06:42:24.383" v="38" actId="1076"/>
        <pc:sldMkLst>
          <pc:docMk/>
          <pc:sldMk cId="4169735858" sldId="3657"/>
        </pc:sldMkLst>
        <pc:spChg chg="add mod">
          <ac:chgData name="Jayakumar R" userId="87d1367b-1028-471a-a0a9-d64dec2f8b08" providerId="ADAL" clId="{C176532C-A38B-4E9B-8D30-1AF874CF1989}" dt="2026-01-31T06:42:24.383" v="38" actId="1076"/>
          <ac:spMkLst>
            <pc:docMk/>
            <pc:sldMk cId="4169735858" sldId="3657"/>
            <ac:spMk id="5" creationId="{F1B5D95A-851B-B68E-81D5-FEE95354ABCA}"/>
          </ac:spMkLst>
        </pc:spChg>
        <pc:spChg chg="mod">
          <ac:chgData name="Jayakumar R" userId="87d1367b-1028-471a-a0a9-d64dec2f8b08" providerId="ADAL" clId="{C176532C-A38B-4E9B-8D30-1AF874CF1989}" dt="2026-01-31T06:41:56.992" v="30" actId="108"/>
          <ac:spMkLst>
            <pc:docMk/>
            <pc:sldMk cId="4169735858" sldId="3657"/>
            <ac:spMk id="11" creationId="{E98664D8-4A9C-EED0-FD3A-5AFC8B844FCE}"/>
          </ac:spMkLst>
        </pc:spChg>
        <pc:spChg chg="del mod">
          <ac:chgData name="Jayakumar R" userId="87d1367b-1028-471a-a0a9-d64dec2f8b08" providerId="ADAL" clId="{C176532C-A38B-4E9B-8D30-1AF874CF1989}" dt="2026-01-31T06:42:12.870" v="33" actId="478"/>
          <ac:spMkLst>
            <pc:docMk/>
            <pc:sldMk cId="4169735858" sldId="3657"/>
            <ac:spMk id="12" creationId="{8CBABE06-9B93-AF4D-8DAE-AC1B45AB5CEE}"/>
          </ac:spMkLst>
        </pc:spChg>
        <pc:picChg chg="add mod">
          <ac:chgData name="Jayakumar R" userId="87d1367b-1028-471a-a0a9-d64dec2f8b08" providerId="ADAL" clId="{C176532C-A38B-4E9B-8D30-1AF874CF1989}" dt="2026-01-31T06:42:07.008" v="31"/>
          <ac:picMkLst>
            <pc:docMk/>
            <pc:sldMk cId="4169735858" sldId="3657"/>
            <ac:picMk id="3" creationId="{9BEDD09F-0EF9-3B9E-8000-4CCA3423D5F5}"/>
          </ac:picMkLst>
        </pc:picChg>
        <pc:cxnChg chg="add mod">
          <ac:chgData name="Jayakumar R" userId="87d1367b-1028-471a-a0a9-d64dec2f8b08" providerId="ADAL" clId="{C176532C-A38B-4E9B-8D30-1AF874CF1989}" dt="2026-01-31T06:42:07.008" v="31"/>
          <ac:cxnSpMkLst>
            <pc:docMk/>
            <pc:sldMk cId="4169735858" sldId="3657"/>
            <ac:cxnSpMk id="4" creationId="{08B9E66B-0076-E63F-F70F-D41EE2EB151A}"/>
          </ac:cxnSpMkLst>
        </pc:cxnChg>
      </pc:sldChg>
      <pc:sldChg chg="delSp del">
        <pc:chgData name="Jayakumar R" userId="87d1367b-1028-471a-a0a9-d64dec2f8b08" providerId="ADAL" clId="{C176532C-A38B-4E9B-8D30-1AF874CF1989}" dt="2026-01-31T06:43:19.026" v="75" actId="47"/>
        <pc:sldMkLst>
          <pc:docMk/>
          <pc:sldMk cId="2442400896" sldId="3658"/>
        </pc:sldMkLst>
        <pc:picChg chg="del">
          <ac:chgData name="Jayakumar R" userId="87d1367b-1028-471a-a0a9-d64dec2f8b08" providerId="ADAL" clId="{C176532C-A38B-4E9B-8D30-1AF874CF1989}" dt="2026-01-31T06:43:02.411" v="70" actId="21"/>
          <ac:picMkLst>
            <pc:docMk/>
            <pc:sldMk cId="2442400896" sldId="3658"/>
            <ac:picMk id="1026" creationId="{0469CF69-AB31-4CCE-644D-95B9C12456EF}"/>
          </ac:picMkLst>
        </pc:picChg>
      </pc:sldChg>
      <pc:sldChg chg="addSp delSp modSp mod">
        <pc:chgData name="Jayakumar R" userId="87d1367b-1028-471a-a0a9-d64dec2f8b08" providerId="ADAL" clId="{C176532C-A38B-4E9B-8D30-1AF874CF1989}" dt="2026-01-31T06:45:08.256" v="93" actId="1076"/>
        <pc:sldMkLst>
          <pc:docMk/>
          <pc:sldMk cId="440760174" sldId="3659"/>
        </pc:sldMkLst>
        <pc:spChg chg="mod">
          <ac:chgData name="Jayakumar R" userId="87d1367b-1028-471a-a0a9-d64dec2f8b08" providerId="ADAL" clId="{C176532C-A38B-4E9B-8D30-1AF874CF1989}" dt="2026-01-31T06:44:25.850" v="91" actId="6549"/>
          <ac:spMkLst>
            <pc:docMk/>
            <pc:sldMk cId="440760174" sldId="3659"/>
            <ac:spMk id="3" creationId="{9B03DCCC-6770-1E3B-10E0-1760964ECD2D}"/>
          </ac:spMkLst>
        </pc:spChg>
        <pc:spChg chg="add mod">
          <ac:chgData name="Jayakumar R" userId="87d1367b-1028-471a-a0a9-d64dec2f8b08" providerId="ADAL" clId="{C176532C-A38B-4E9B-8D30-1AF874CF1989}" dt="2026-01-31T06:43:57.334" v="84" actId="1076"/>
          <ac:spMkLst>
            <pc:docMk/>
            <pc:sldMk cId="440760174" sldId="3659"/>
            <ac:spMk id="6" creationId="{1B44A6B0-FD14-025E-A5D6-19C4E534B061}"/>
          </ac:spMkLst>
        </pc:spChg>
        <pc:spChg chg="del mod">
          <ac:chgData name="Jayakumar R" userId="87d1367b-1028-471a-a0a9-d64dec2f8b08" providerId="ADAL" clId="{C176532C-A38B-4E9B-8D30-1AF874CF1989}" dt="2026-01-31T06:43:42.270" v="78" actId="478"/>
          <ac:spMkLst>
            <pc:docMk/>
            <pc:sldMk cId="440760174" sldId="3659"/>
            <ac:spMk id="12" creationId="{421DB8DF-1715-85DB-AB75-525E1172B185}"/>
          </ac:spMkLst>
        </pc:spChg>
        <pc:picChg chg="add mod">
          <ac:chgData name="Jayakumar R" userId="87d1367b-1028-471a-a0a9-d64dec2f8b08" providerId="ADAL" clId="{C176532C-A38B-4E9B-8D30-1AF874CF1989}" dt="2026-01-31T06:43:37.223" v="76"/>
          <ac:picMkLst>
            <pc:docMk/>
            <pc:sldMk cId="440760174" sldId="3659"/>
            <ac:picMk id="4" creationId="{2A5AA1D4-AE38-B9EE-491D-45B229891D7C}"/>
          </ac:picMkLst>
        </pc:picChg>
        <pc:picChg chg="mod">
          <ac:chgData name="Jayakumar R" userId="87d1367b-1028-471a-a0a9-d64dec2f8b08" providerId="ADAL" clId="{C176532C-A38B-4E9B-8D30-1AF874CF1989}" dt="2026-01-31T06:45:08.256" v="93" actId="1076"/>
          <ac:picMkLst>
            <pc:docMk/>
            <pc:sldMk cId="440760174" sldId="3659"/>
            <ac:picMk id="2052" creationId="{B6D22D55-3FA5-93A9-AB92-ADE3338DA5F4}"/>
          </ac:picMkLst>
        </pc:picChg>
        <pc:cxnChg chg="add mod">
          <ac:chgData name="Jayakumar R" userId="87d1367b-1028-471a-a0a9-d64dec2f8b08" providerId="ADAL" clId="{C176532C-A38B-4E9B-8D30-1AF874CF1989}" dt="2026-01-31T06:43:37.223" v="76"/>
          <ac:cxnSpMkLst>
            <pc:docMk/>
            <pc:sldMk cId="440760174" sldId="3659"/>
            <ac:cxnSpMk id="5" creationId="{A54C3C44-4979-BFA0-D6B0-0E22CCB83423}"/>
          </ac:cxnSpMkLst>
        </pc:cxnChg>
      </pc:sldChg>
      <pc:sldChg chg="addSp delSp modSp mod">
        <pc:chgData name="Jayakumar R" userId="87d1367b-1028-471a-a0a9-d64dec2f8b08" providerId="ADAL" clId="{C176532C-A38B-4E9B-8D30-1AF874CF1989}" dt="2026-01-31T06:56:20.234" v="105" actId="207"/>
        <pc:sldMkLst>
          <pc:docMk/>
          <pc:sldMk cId="2218009853" sldId="3660"/>
        </pc:sldMkLst>
        <pc:spChg chg="mod">
          <ac:chgData name="Jayakumar R" userId="87d1367b-1028-471a-a0a9-d64dec2f8b08" providerId="ADAL" clId="{C176532C-A38B-4E9B-8D30-1AF874CF1989}" dt="2026-01-31T06:56:20.234" v="105" actId="207"/>
          <ac:spMkLst>
            <pc:docMk/>
            <pc:sldMk cId="2218009853" sldId="3660"/>
            <ac:spMk id="3" creationId="{FAFCEA48-E70D-331A-CFB2-F22E8AE2AA38}"/>
          </ac:spMkLst>
        </pc:spChg>
        <pc:spChg chg="add mod">
          <ac:chgData name="Jayakumar R" userId="87d1367b-1028-471a-a0a9-d64dec2f8b08" providerId="ADAL" clId="{C176532C-A38B-4E9B-8D30-1AF874CF1989}" dt="2026-01-31T06:55:59.647" v="99" actId="1076"/>
          <ac:spMkLst>
            <pc:docMk/>
            <pc:sldMk cId="2218009853" sldId="3660"/>
            <ac:spMk id="6" creationId="{08CBF442-E3F5-8B32-FD82-F616DE528ED4}"/>
          </ac:spMkLst>
        </pc:spChg>
        <pc:spChg chg="del mod">
          <ac:chgData name="Jayakumar R" userId="87d1367b-1028-471a-a0a9-d64dec2f8b08" providerId="ADAL" clId="{C176532C-A38B-4E9B-8D30-1AF874CF1989}" dt="2026-01-31T06:55:56.266" v="98"/>
          <ac:spMkLst>
            <pc:docMk/>
            <pc:sldMk cId="2218009853" sldId="3660"/>
            <ac:spMk id="12" creationId="{DCE5F9A2-7C6D-796F-7527-4D16A5AD6262}"/>
          </ac:spMkLst>
        </pc:spChg>
        <pc:picChg chg="add mod">
          <ac:chgData name="Jayakumar R" userId="87d1367b-1028-471a-a0a9-d64dec2f8b08" providerId="ADAL" clId="{C176532C-A38B-4E9B-8D30-1AF874CF1989}" dt="2026-01-31T06:55:32.728" v="94"/>
          <ac:picMkLst>
            <pc:docMk/>
            <pc:sldMk cId="2218009853" sldId="3660"/>
            <ac:picMk id="4" creationId="{63F71029-772A-C056-7FF7-F4D761B0483E}"/>
          </ac:picMkLst>
        </pc:picChg>
        <pc:cxnChg chg="add mod">
          <ac:chgData name="Jayakumar R" userId="87d1367b-1028-471a-a0a9-d64dec2f8b08" providerId="ADAL" clId="{C176532C-A38B-4E9B-8D30-1AF874CF1989}" dt="2026-01-31T06:55:32.728" v="94"/>
          <ac:cxnSpMkLst>
            <pc:docMk/>
            <pc:sldMk cId="2218009853" sldId="3660"/>
            <ac:cxnSpMk id="5" creationId="{C0003BF3-B11D-1875-9E45-C55B8195CFED}"/>
          </ac:cxnSpMkLst>
        </pc:cxnChg>
      </pc:sldChg>
      <pc:sldChg chg="addSp delSp modSp mod">
        <pc:chgData name="Jayakumar R" userId="87d1367b-1028-471a-a0a9-d64dec2f8b08" providerId="ADAL" clId="{C176532C-A38B-4E9B-8D30-1AF874CF1989}" dt="2026-01-31T06:57:10.912" v="116" actId="5793"/>
        <pc:sldMkLst>
          <pc:docMk/>
          <pc:sldMk cId="2761674153" sldId="3661"/>
        </pc:sldMkLst>
        <pc:spChg chg="add del mod">
          <ac:chgData name="Jayakumar R" userId="87d1367b-1028-471a-a0a9-d64dec2f8b08" providerId="ADAL" clId="{C176532C-A38B-4E9B-8D30-1AF874CF1989}" dt="2026-01-31T06:56:59.731" v="112" actId="478"/>
          <ac:spMkLst>
            <pc:docMk/>
            <pc:sldMk cId="2761674153" sldId="3661"/>
            <ac:spMk id="5" creationId="{D60DB78A-7B3E-6EA6-A809-F77DB14CC449}"/>
          </ac:spMkLst>
        </pc:spChg>
        <pc:spChg chg="mod">
          <ac:chgData name="Jayakumar R" userId="87d1367b-1028-471a-a0a9-d64dec2f8b08" providerId="ADAL" clId="{C176532C-A38B-4E9B-8D30-1AF874CF1989}" dt="2026-01-31T06:57:10.912" v="116" actId="5793"/>
          <ac:spMkLst>
            <pc:docMk/>
            <pc:sldMk cId="2761674153" sldId="3661"/>
            <ac:spMk id="11" creationId="{80031452-5610-B57F-3F4D-8846F6E1EA81}"/>
          </ac:spMkLst>
        </pc:spChg>
        <pc:spChg chg="mod">
          <ac:chgData name="Jayakumar R" userId="87d1367b-1028-471a-a0a9-d64dec2f8b08" providerId="ADAL" clId="{C176532C-A38B-4E9B-8D30-1AF874CF1989}" dt="2026-01-31T06:56:56.847" v="111" actId="108"/>
          <ac:spMkLst>
            <pc:docMk/>
            <pc:sldMk cId="2761674153" sldId="3661"/>
            <ac:spMk id="12" creationId="{5BF01959-2DB4-729C-93DB-6696AA4C6AEE}"/>
          </ac:spMkLst>
        </pc:spChg>
        <pc:picChg chg="add mod">
          <ac:chgData name="Jayakumar R" userId="87d1367b-1028-471a-a0a9-d64dec2f8b08" providerId="ADAL" clId="{C176532C-A38B-4E9B-8D30-1AF874CF1989}" dt="2026-01-31T06:56:42.780" v="108" actId="1076"/>
          <ac:picMkLst>
            <pc:docMk/>
            <pc:sldMk cId="2761674153" sldId="3661"/>
            <ac:picMk id="3" creationId="{793D0BEE-093F-CC9B-416A-6E15C80030FD}"/>
          </ac:picMkLst>
        </pc:picChg>
        <pc:cxnChg chg="add mod">
          <ac:chgData name="Jayakumar R" userId="87d1367b-1028-471a-a0a9-d64dec2f8b08" providerId="ADAL" clId="{C176532C-A38B-4E9B-8D30-1AF874CF1989}" dt="2026-01-31T06:56:42.780" v="108" actId="1076"/>
          <ac:cxnSpMkLst>
            <pc:docMk/>
            <pc:sldMk cId="2761674153" sldId="3661"/>
            <ac:cxnSpMk id="4" creationId="{14CA0EF0-A060-8B84-B28A-8F3142710B76}"/>
          </ac:cxnSpMkLst>
        </pc:cxnChg>
      </pc:sldChg>
      <pc:sldChg chg="addSp delSp modSp mod">
        <pc:chgData name="Jayakumar R" userId="87d1367b-1028-471a-a0a9-d64dec2f8b08" providerId="ADAL" clId="{C176532C-A38B-4E9B-8D30-1AF874CF1989}" dt="2026-01-31T06:57:59.157" v="130" actId="5793"/>
        <pc:sldMkLst>
          <pc:docMk/>
          <pc:sldMk cId="3105328444" sldId="3662"/>
        </pc:sldMkLst>
        <pc:spChg chg="add mod">
          <ac:chgData name="Jayakumar R" userId="87d1367b-1028-471a-a0a9-d64dec2f8b08" providerId="ADAL" clId="{C176532C-A38B-4E9B-8D30-1AF874CF1989}" dt="2026-01-31T06:57:48.149" v="127" actId="14100"/>
          <ac:spMkLst>
            <pc:docMk/>
            <pc:sldMk cId="3105328444" sldId="3662"/>
            <ac:spMk id="3" creationId="{E542FF89-FB63-D8F0-8876-DAEC81455043}"/>
          </ac:spMkLst>
        </pc:spChg>
        <pc:spChg chg="mod">
          <ac:chgData name="Jayakumar R" userId="87d1367b-1028-471a-a0a9-d64dec2f8b08" providerId="ADAL" clId="{C176532C-A38B-4E9B-8D30-1AF874CF1989}" dt="2026-01-31T06:57:59.157" v="130" actId="5793"/>
          <ac:spMkLst>
            <pc:docMk/>
            <pc:sldMk cId="3105328444" sldId="3662"/>
            <ac:spMk id="11" creationId="{6C94EE23-6C0A-6835-209B-AD1461BA275A}"/>
          </ac:spMkLst>
        </pc:spChg>
        <pc:spChg chg="add del mod">
          <ac:chgData name="Jayakumar R" userId="87d1367b-1028-471a-a0a9-d64dec2f8b08" providerId="ADAL" clId="{C176532C-A38B-4E9B-8D30-1AF874CF1989}" dt="2026-01-31T06:57:34.807" v="122" actId="47"/>
          <ac:spMkLst>
            <pc:docMk/>
            <pc:sldMk cId="3105328444" sldId="3662"/>
            <ac:spMk id="12" creationId="{A63E4D62-7B27-AFDB-A67D-C0C6DC3FD40A}"/>
          </ac:spMkLst>
        </pc:spChg>
        <pc:picChg chg="add mod">
          <ac:chgData name="Jayakumar R" userId="87d1367b-1028-471a-a0a9-d64dec2f8b08" providerId="ADAL" clId="{C176532C-A38B-4E9B-8D30-1AF874CF1989}" dt="2026-01-31T06:57:20.583" v="117"/>
          <ac:picMkLst>
            <pc:docMk/>
            <pc:sldMk cId="3105328444" sldId="3662"/>
            <ac:picMk id="4" creationId="{51E73F86-14DA-BE39-DA55-938C2A41F489}"/>
          </ac:picMkLst>
        </pc:picChg>
        <pc:cxnChg chg="add mod">
          <ac:chgData name="Jayakumar R" userId="87d1367b-1028-471a-a0a9-d64dec2f8b08" providerId="ADAL" clId="{C176532C-A38B-4E9B-8D30-1AF874CF1989}" dt="2026-01-31T06:57:20.583" v="117"/>
          <ac:cxnSpMkLst>
            <pc:docMk/>
            <pc:sldMk cId="3105328444" sldId="3662"/>
            <ac:cxnSpMk id="5" creationId="{B9289BC9-4E2B-9D29-2F07-A5A3DEE95DC6}"/>
          </ac:cxnSpMkLst>
        </pc:cxnChg>
      </pc:sldChg>
      <pc:sldChg chg="addSp delSp modSp mod">
        <pc:chgData name="Jayakumar R" userId="87d1367b-1028-471a-a0a9-d64dec2f8b08" providerId="ADAL" clId="{C176532C-A38B-4E9B-8D30-1AF874CF1989}" dt="2026-01-31T06:58:42" v="141" actId="5793"/>
        <pc:sldMkLst>
          <pc:docMk/>
          <pc:sldMk cId="3391089024" sldId="3663"/>
        </pc:sldMkLst>
        <pc:spChg chg="add mod">
          <ac:chgData name="Jayakumar R" userId="87d1367b-1028-471a-a0a9-d64dec2f8b08" providerId="ADAL" clId="{C176532C-A38B-4E9B-8D30-1AF874CF1989}" dt="2026-01-31T06:58:20.218" v="134"/>
          <ac:spMkLst>
            <pc:docMk/>
            <pc:sldMk cId="3391089024" sldId="3663"/>
            <ac:spMk id="3" creationId="{12A261B0-1CF2-D185-F7E7-479FA8BCACCD}"/>
          </ac:spMkLst>
        </pc:spChg>
        <pc:spChg chg="mod">
          <ac:chgData name="Jayakumar R" userId="87d1367b-1028-471a-a0a9-d64dec2f8b08" providerId="ADAL" clId="{C176532C-A38B-4E9B-8D30-1AF874CF1989}" dt="2026-01-31T06:58:42" v="141" actId="5793"/>
          <ac:spMkLst>
            <pc:docMk/>
            <pc:sldMk cId="3391089024" sldId="3663"/>
            <ac:spMk id="11" creationId="{356AB089-8354-2E01-0C60-A137518F18D5}"/>
          </ac:spMkLst>
        </pc:spChg>
        <pc:spChg chg="del mod">
          <ac:chgData name="Jayakumar R" userId="87d1367b-1028-471a-a0a9-d64dec2f8b08" providerId="ADAL" clId="{C176532C-A38B-4E9B-8D30-1AF874CF1989}" dt="2026-01-31T06:58:20.496" v="136"/>
          <ac:spMkLst>
            <pc:docMk/>
            <pc:sldMk cId="3391089024" sldId="3663"/>
            <ac:spMk id="12" creationId="{9260E75F-6B1F-141F-2757-042B6CBCA6CB}"/>
          </ac:spMkLst>
        </pc:spChg>
        <pc:picChg chg="add mod">
          <ac:chgData name="Jayakumar R" userId="87d1367b-1028-471a-a0a9-d64dec2f8b08" providerId="ADAL" clId="{C176532C-A38B-4E9B-8D30-1AF874CF1989}" dt="2026-01-31T06:58:10.099" v="131"/>
          <ac:picMkLst>
            <pc:docMk/>
            <pc:sldMk cId="3391089024" sldId="3663"/>
            <ac:picMk id="4" creationId="{7C3A008F-1B4A-5BB9-08F1-67B41532CEC0}"/>
          </ac:picMkLst>
        </pc:picChg>
        <pc:cxnChg chg="add mod">
          <ac:chgData name="Jayakumar R" userId="87d1367b-1028-471a-a0a9-d64dec2f8b08" providerId="ADAL" clId="{C176532C-A38B-4E9B-8D30-1AF874CF1989}" dt="2026-01-31T06:58:10.099" v="131"/>
          <ac:cxnSpMkLst>
            <pc:docMk/>
            <pc:sldMk cId="3391089024" sldId="3663"/>
            <ac:cxnSpMk id="5" creationId="{6A54018E-EBBC-8721-2F9D-55138C8F37F1}"/>
          </ac:cxnSpMkLst>
        </pc:cxnChg>
      </pc:sldChg>
      <pc:sldChg chg="addSp delSp modSp del mod">
        <pc:chgData name="Jayakumar R" userId="87d1367b-1028-471a-a0a9-d64dec2f8b08" providerId="ADAL" clId="{C176532C-A38B-4E9B-8D30-1AF874CF1989}" dt="2026-02-01T09:05:36.719" v="5105" actId="2696"/>
        <pc:sldMkLst>
          <pc:docMk/>
          <pc:sldMk cId="2027432094" sldId="3664"/>
        </pc:sldMkLst>
        <pc:spChg chg="add mod">
          <ac:chgData name="Jayakumar R" userId="87d1367b-1028-471a-a0a9-d64dec2f8b08" providerId="ADAL" clId="{C176532C-A38B-4E9B-8D30-1AF874CF1989}" dt="2026-01-31T06:59:04.401" v="147" actId="1076"/>
          <ac:spMkLst>
            <pc:docMk/>
            <pc:sldMk cId="2027432094" sldId="3664"/>
            <ac:spMk id="3" creationId="{D302DD78-027E-AD07-4D9F-F2C4020673D8}"/>
          </ac:spMkLst>
        </pc:spChg>
        <pc:spChg chg="mod">
          <ac:chgData name="Jayakumar R" userId="87d1367b-1028-471a-a0a9-d64dec2f8b08" providerId="ADAL" clId="{C176532C-A38B-4E9B-8D30-1AF874CF1989}" dt="2026-02-01T08:46:01.484" v="5064" actId="1076"/>
          <ac:spMkLst>
            <pc:docMk/>
            <pc:sldMk cId="2027432094" sldId="3664"/>
            <ac:spMk id="11" creationId="{FDC8D936-871A-4DE0-9D94-9BF64FD42B87}"/>
          </ac:spMkLst>
        </pc:spChg>
        <pc:spChg chg="del mod">
          <ac:chgData name="Jayakumar R" userId="87d1367b-1028-471a-a0a9-d64dec2f8b08" providerId="ADAL" clId="{C176532C-A38B-4E9B-8D30-1AF874CF1989}" dt="2026-01-31T06:59:04.813" v="149"/>
          <ac:spMkLst>
            <pc:docMk/>
            <pc:sldMk cId="2027432094" sldId="3664"/>
            <ac:spMk id="12" creationId="{A443B3FC-C82A-D5EF-BB68-4A283BC54B76}"/>
          </ac:spMkLst>
        </pc:spChg>
        <pc:picChg chg="add mod">
          <ac:chgData name="Jayakumar R" userId="87d1367b-1028-471a-a0a9-d64dec2f8b08" providerId="ADAL" clId="{C176532C-A38B-4E9B-8D30-1AF874CF1989}" dt="2026-01-31T06:58:51.693" v="142"/>
          <ac:picMkLst>
            <pc:docMk/>
            <pc:sldMk cId="2027432094" sldId="3664"/>
            <ac:picMk id="4" creationId="{CF4A21E3-6E5E-B944-0980-D3CD14E0D039}"/>
          </ac:picMkLst>
        </pc:picChg>
        <pc:cxnChg chg="add mod">
          <ac:chgData name="Jayakumar R" userId="87d1367b-1028-471a-a0a9-d64dec2f8b08" providerId="ADAL" clId="{C176532C-A38B-4E9B-8D30-1AF874CF1989}" dt="2026-01-31T06:58:51.693" v="142"/>
          <ac:cxnSpMkLst>
            <pc:docMk/>
            <pc:sldMk cId="2027432094" sldId="3664"/>
            <ac:cxnSpMk id="5" creationId="{9E51DF2A-5FE4-9AB3-AFF4-BE940C3073B3}"/>
          </ac:cxnSpMkLst>
        </pc:cxnChg>
      </pc:sldChg>
      <pc:sldChg chg="addSp delSp modSp del mod">
        <pc:chgData name="Jayakumar R" userId="87d1367b-1028-471a-a0a9-d64dec2f8b08" providerId="ADAL" clId="{C176532C-A38B-4E9B-8D30-1AF874CF1989}" dt="2026-02-01T09:05:40.558" v="5106" actId="2696"/>
        <pc:sldMkLst>
          <pc:docMk/>
          <pc:sldMk cId="2325770449" sldId="3665"/>
        </pc:sldMkLst>
        <pc:spChg chg="add mod">
          <ac:chgData name="Jayakumar R" userId="87d1367b-1028-471a-a0a9-d64dec2f8b08" providerId="ADAL" clId="{C176532C-A38B-4E9B-8D30-1AF874CF1989}" dt="2026-01-31T06:59:45.328" v="162" actId="1076"/>
          <ac:spMkLst>
            <pc:docMk/>
            <pc:sldMk cId="2325770449" sldId="3665"/>
            <ac:spMk id="3" creationId="{F6FBDF6C-DFA0-A640-3036-431031231334}"/>
          </ac:spMkLst>
        </pc:spChg>
        <pc:spChg chg="mod">
          <ac:chgData name="Jayakumar R" userId="87d1367b-1028-471a-a0a9-d64dec2f8b08" providerId="ADAL" clId="{C176532C-A38B-4E9B-8D30-1AF874CF1989}" dt="2026-02-01T08:46:26.329" v="5071" actId="6549"/>
          <ac:spMkLst>
            <pc:docMk/>
            <pc:sldMk cId="2325770449" sldId="3665"/>
            <ac:spMk id="11" creationId="{66B368E2-67EF-A175-05C7-9E46B0AB87AA}"/>
          </ac:spMkLst>
        </pc:spChg>
        <pc:spChg chg="del mod">
          <ac:chgData name="Jayakumar R" userId="87d1367b-1028-471a-a0a9-d64dec2f8b08" providerId="ADAL" clId="{C176532C-A38B-4E9B-8D30-1AF874CF1989}" dt="2026-01-31T06:59:55.419" v="169"/>
          <ac:spMkLst>
            <pc:docMk/>
            <pc:sldMk cId="2325770449" sldId="3665"/>
            <ac:spMk id="12" creationId="{98F1958A-C415-CF8A-2837-AC385D4782E3}"/>
          </ac:spMkLst>
        </pc:spChg>
        <pc:picChg chg="add mod">
          <ac:chgData name="Jayakumar R" userId="87d1367b-1028-471a-a0a9-d64dec2f8b08" providerId="ADAL" clId="{C176532C-A38B-4E9B-8D30-1AF874CF1989}" dt="2026-01-31T06:59:27.592" v="155"/>
          <ac:picMkLst>
            <pc:docMk/>
            <pc:sldMk cId="2325770449" sldId="3665"/>
            <ac:picMk id="4" creationId="{C46B4CB4-DD4E-3336-CAD2-10400D86BEF6}"/>
          </ac:picMkLst>
        </pc:picChg>
        <pc:cxnChg chg="add mod">
          <ac:chgData name="Jayakumar R" userId="87d1367b-1028-471a-a0a9-d64dec2f8b08" providerId="ADAL" clId="{C176532C-A38B-4E9B-8D30-1AF874CF1989}" dt="2026-01-31T06:59:27.592" v="155"/>
          <ac:cxnSpMkLst>
            <pc:docMk/>
            <pc:sldMk cId="2325770449" sldId="3665"/>
            <ac:cxnSpMk id="5" creationId="{819CBD58-3B33-0DEC-D738-EBFC554448B5}"/>
          </ac:cxnSpMkLst>
        </pc:cxnChg>
      </pc:sldChg>
      <pc:sldChg chg="addSp delSp modSp mod">
        <pc:chgData name="Jayakumar R" userId="87d1367b-1028-471a-a0a9-d64dec2f8b08" providerId="ADAL" clId="{C176532C-A38B-4E9B-8D30-1AF874CF1989}" dt="2026-02-01T09:49:34.681" v="5517" actId="1076"/>
        <pc:sldMkLst>
          <pc:docMk/>
          <pc:sldMk cId="1598694032" sldId="3666"/>
        </pc:sldMkLst>
        <pc:spChg chg="add mod">
          <ac:chgData name="Jayakumar R" userId="87d1367b-1028-471a-a0a9-d64dec2f8b08" providerId="ADAL" clId="{C176532C-A38B-4E9B-8D30-1AF874CF1989}" dt="2026-01-31T07:00:23.280" v="177" actId="1076"/>
          <ac:spMkLst>
            <pc:docMk/>
            <pc:sldMk cId="1598694032" sldId="3666"/>
            <ac:spMk id="3" creationId="{9CE2B5B0-1675-E853-3E40-2EF881C5FBC2}"/>
          </ac:spMkLst>
        </pc:spChg>
        <pc:spChg chg="mod">
          <ac:chgData name="Jayakumar R" userId="87d1367b-1028-471a-a0a9-d64dec2f8b08" providerId="ADAL" clId="{C176532C-A38B-4E9B-8D30-1AF874CF1989}" dt="2026-02-01T09:49:34.681" v="5517" actId="1076"/>
          <ac:spMkLst>
            <pc:docMk/>
            <pc:sldMk cId="1598694032" sldId="3666"/>
            <ac:spMk id="11" creationId="{4E54863A-109A-B938-42B1-3A0CD2828CC9}"/>
          </ac:spMkLst>
        </pc:spChg>
        <pc:spChg chg="del mod">
          <ac:chgData name="Jayakumar R" userId="87d1367b-1028-471a-a0a9-d64dec2f8b08" providerId="ADAL" clId="{C176532C-A38B-4E9B-8D30-1AF874CF1989}" dt="2026-01-31T07:00:23.781" v="179"/>
          <ac:spMkLst>
            <pc:docMk/>
            <pc:sldMk cId="1598694032" sldId="3666"/>
            <ac:spMk id="12" creationId="{448627D6-2F13-98B6-CD87-B4DF20F9D97E}"/>
          </ac:spMkLst>
        </pc:spChg>
        <pc:picChg chg="add mod">
          <ac:chgData name="Jayakumar R" userId="87d1367b-1028-471a-a0a9-d64dec2f8b08" providerId="ADAL" clId="{C176532C-A38B-4E9B-8D30-1AF874CF1989}" dt="2026-01-31T07:00:06.632" v="170"/>
          <ac:picMkLst>
            <pc:docMk/>
            <pc:sldMk cId="1598694032" sldId="3666"/>
            <ac:picMk id="4" creationId="{A835FA74-2082-5503-1440-4FADBAAACE81}"/>
          </ac:picMkLst>
        </pc:picChg>
        <pc:cxnChg chg="add mod">
          <ac:chgData name="Jayakumar R" userId="87d1367b-1028-471a-a0a9-d64dec2f8b08" providerId="ADAL" clId="{C176532C-A38B-4E9B-8D30-1AF874CF1989}" dt="2026-01-31T07:00:06.632" v="170"/>
          <ac:cxnSpMkLst>
            <pc:docMk/>
            <pc:sldMk cId="1598694032" sldId="3666"/>
            <ac:cxnSpMk id="5" creationId="{8ED438BB-AC53-9D46-5EAD-AE0DAD11AD1F}"/>
          </ac:cxnSpMkLst>
        </pc:cxnChg>
      </pc:sldChg>
      <pc:sldChg chg="modSp add mod setBg">
        <pc:chgData name="Jayakumar R" userId="87d1367b-1028-471a-a0a9-d64dec2f8b08" providerId="ADAL" clId="{C176532C-A38B-4E9B-8D30-1AF874CF1989}" dt="2026-02-01T08:47:38.554" v="5079" actId="403"/>
        <pc:sldMkLst>
          <pc:docMk/>
          <pc:sldMk cId="2833550607" sldId="3667"/>
        </pc:sldMkLst>
        <pc:spChg chg="mod">
          <ac:chgData name="Jayakumar R" userId="87d1367b-1028-471a-a0a9-d64dec2f8b08" providerId="ADAL" clId="{C176532C-A38B-4E9B-8D30-1AF874CF1989}" dt="2026-02-01T08:47:38.554" v="5079" actId="403"/>
          <ac:spMkLst>
            <pc:docMk/>
            <pc:sldMk cId="2833550607" sldId="3667"/>
            <ac:spMk id="9" creationId="{2C8787C6-78E3-A676-97ED-19F13CFA92E5}"/>
          </ac:spMkLst>
        </pc:spChg>
        <pc:spChg chg="mod">
          <ac:chgData name="Jayakumar R" userId="87d1367b-1028-471a-a0a9-d64dec2f8b08" providerId="ADAL" clId="{C176532C-A38B-4E9B-8D30-1AF874CF1989}" dt="2026-01-31T07:05:20.330" v="206" actId="1076"/>
          <ac:spMkLst>
            <pc:docMk/>
            <pc:sldMk cId="2833550607" sldId="3667"/>
            <ac:spMk id="10" creationId="{AA0873ED-F349-A3EA-3F08-D49D764A73C5}"/>
          </ac:spMkLst>
        </pc:spChg>
      </pc:sldChg>
      <pc:sldChg chg="addSp delSp modSp add mod">
        <pc:chgData name="Jayakumar R" userId="87d1367b-1028-471a-a0a9-d64dec2f8b08" providerId="ADAL" clId="{C176532C-A38B-4E9B-8D30-1AF874CF1989}" dt="2026-01-31T06:44:44.563" v="92" actId="14861"/>
        <pc:sldMkLst>
          <pc:docMk/>
          <pc:sldMk cId="1175509409" sldId="3668"/>
        </pc:sldMkLst>
        <pc:spChg chg="mod">
          <ac:chgData name="Jayakumar R" userId="87d1367b-1028-471a-a0a9-d64dec2f8b08" providerId="ADAL" clId="{C176532C-A38B-4E9B-8D30-1AF874CF1989}" dt="2026-01-31T06:42:59.719" v="69" actId="1076"/>
          <ac:spMkLst>
            <pc:docMk/>
            <pc:sldMk cId="1175509409" sldId="3668"/>
            <ac:spMk id="5" creationId="{1D81C189-FFD2-46A9-B3EF-25E6702E48D3}"/>
          </ac:spMkLst>
        </pc:spChg>
        <pc:spChg chg="del">
          <ac:chgData name="Jayakumar R" userId="87d1367b-1028-471a-a0a9-d64dec2f8b08" providerId="ADAL" clId="{C176532C-A38B-4E9B-8D30-1AF874CF1989}" dt="2026-01-31T06:42:39.149" v="40" actId="478"/>
          <ac:spMkLst>
            <pc:docMk/>
            <pc:sldMk cId="1175509409" sldId="3668"/>
            <ac:spMk id="11" creationId="{1E35D629-CCD8-F8B7-F474-802E1E4FA09C}"/>
          </ac:spMkLst>
        </pc:spChg>
        <pc:picChg chg="add mod">
          <ac:chgData name="Jayakumar R" userId="87d1367b-1028-471a-a0a9-d64dec2f8b08" providerId="ADAL" clId="{C176532C-A38B-4E9B-8D30-1AF874CF1989}" dt="2026-01-31T06:44:44.563" v="92" actId="14861"/>
          <ac:picMkLst>
            <pc:docMk/>
            <pc:sldMk cId="1175509409" sldId="3668"/>
            <ac:picMk id="1026" creationId="{0469CF69-AB31-4CCE-644D-95B9C12456EF}"/>
          </ac:picMkLst>
        </pc:picChg>
      </pc:sldChg>
      <pc:sldChg chg="addSp delSp modSp add mod ord delAnim modAnim">
        <pc:chgData name="Jayakumar R" userId="87d1367b-1028-471a-a0a9-d64dec2f8b08" providerId="ADAL" clId="{C176532C-A38B-4E9B-8D30-1AF874CF1989}" dt="2026-02-01T07:06:29.862" v="4386"/>
        <pc:sldMkLst>
          <pc:docMk/>
          <pc:sldMk cId="1298271288" sldId="3669"/>
        </pc:sldMkLst>
        <pc:spChg chg="mod">
          <ac:chgData name="Jayakumar R" userId="87d1367b-1028-471a-a0a9-d64dec2f8b08" providerId="ADAL" clId="{C176532C-A38B-4E9B-8D30-1AF874CF1989}" dt="2026-02-01T06:35:33.156" v="4241" actId="1076"/>
          <ac:spMkLst>
            <pc:docMk/>
            <pc:sldMk cId="1298271288" sldId="3669"/>
            <ac:spMk id="3" creationId="{775DB7B5-78AE-16E3-8C98-E7C02C71AC3F}"/>
          </ac:spMkLst>
        </pc:spChg>
        <pc:spChg chg="del">
          <ac:chgData name="Jayakumar R" userId="87d1367b-1028-471a-a0a9-d64dec2f8b08" providerId="ADAL" clId="{C176532C-A38B-4E9B-8D30-1AF874CF1989}" dt="2026-02-01T04:49:35.080" v="3978" actId="478"/>
          <ac:spMkLst>
            <pc:docMk/>
            <pc:sldMk cId="1298271288" sldId="3669"/>
            <ac:spMk id="11" creationId="{7A2EFB57-5D13-1FC1-39C5-1A559BB34F14}"/>
          </ac:spMkLst>
        </pc:spChg>
        <pc:graphicFrameChg chg="add del mod modGraphic">
          <ac:chgData name="Jayakumar R" userId="87d1367b-1028-471a-a0a9-d64dec2f8b08" providerId="ADAL" clId="{C176532C-A38B-4E9B-8D30-1AF874CF1989}" dt="2026-02-01T07:04:04.187" v="4342" actId="478"/>
          <ac:graphicFrameMkLst>
            <pc:docMk/>
            <pc:sldMk cId="1298271288" sldId="3669"/>
            <ac:graphicFrameMk id="7" creationId="{07F2AC3D-40B2-A6EC-F9B5-A1540B90F223}"/>
          </ac:graphicFrameMkLst>
        </pc:graphicFrameChg>
        <pc:graphicFrameChg chg="add mod modGraphic">
          <ac:chgData name="Jayakumar R" userId="87d1367b-1028-471a-a0a9-d64dec2f8b08" providerId="ADAL" clId="{C176532C-A38B-4E9B-8D30-1AF874CF1989}" dt="2026-02-01T07:05:57.957" v="4385" actId="20577"/>
          <ac:graphicFrameMkLst>
            <pc:docMk/>
            <pc:sldMk cId="1298271288" sldId="3669"/>
            <ac:graphicFrameMk id="8" creationId="{09B6116E-BA82-D7C6-FCA6-6624AFBC9329}"/>
          </ac:graphicFrameMkLst>
        </pc:graphicFrameChg>
        <pc:picChg chg="mod">
          <ac:chgData name="Jayakumar R" userId="87d1367b-1028-471a-a0a9-d64dec2f8b08" providerId="ADAL" clId="{C176532C-A38B-4E9B-8D30-1AF874CF1989}" dt="2026-02-01T06:02:35.651" v="4103" actId="1076"/>
          <ac:picMkLst>
            <pc:docMk/>
            <pc:sldMk cId="1298271288" sldId="3669"/>
            <ac:picMk id="4" creationId="{774FFEBF-BBF1-1E9C-15E5-6CC5AC594186}"/>
          </ac:picMkLst>
        </pc:picChg>
        <pc:picChg chg="add del mod">
          <ac:chgData name="Jayakumar R" userId="87d1367b-1028-471a-a0a9-d64dec2f8b08" providerId="ADAL" clId="{C176532C-A38B-4E9B-8D30-1AF874CF1989}" dt="2026-02-01T06:34:38.892" v="4240"/>
          <ac:picMkLst>
            <pc:docMk/>
            <pc:sldMk cId="1298271288" sldId="3669"/>
            <ac:picMk id="6" creationId="{20223683-A7B1-13DE-F752-D6B332EBF095}"/>
          </ac:picMkLst>
        </pc:picChg>
        <pc:cxnChg chg="mod">
          <ac:chgData name="Jayakumar R" userId="87d1367b-1028-471a-a0a9-d64dec2f8b08" providerId="ADAL" clId="{C176532C-A38B-4E9B-8D30-1AF874CF1989}" dt="2026-02-01T06:02:51.359" v="4107" actId="1076"/>
          <ac:cxnSpMkLst>
            <pc:docMk/>
            <pc:sldMk cId="1298271288" sldId="3669"/>
            <ac:cxnSpMk id="5" creationId="{C47FB1DB-5A28-0AC5-583C-67791CDE8ABF}"/>
          </ac:cxnSpMkLst>
        </pc:cxnChg>
      </pc:sldChg>
      <pc:sldChg chg="addSp delSp modSp add mod modAnim">
        <pc:chgData name="Jayakumar R" userId="87d1367b-1028-471a-a0a9-d64dec2f8b08" providerId="ADAL" clId="{C176532C-A38B-4E9B-8D30-1AF874CF1989}" dt="2026-02-01T09:00:30.098" v="5104" actId="1076"/>
        <pc:sldMkLst>
          <pc:docMk/>
          <pc:sldMk cId="3198074407" sldId="3670"/>
        </pc:sldMkLst>
        <pc:spChg chg="mod">
          <ac:chgData name="Jayakumar R" userId="87d1367b-1028-471a-a0a9-d64dec2f8b08" providerId="ADAL" clId="{C176532C-A38B-4E9B-8D30-1AF874CF1989}" dt="2026-02-01T06:42:35.934" v="4319" actId="1076"/>
          <ac:spMkLst>
            <pc:docMk/>
            <pc:sldMk cId="3198074407" sldId="3670"/>
            <ac:spMk id="3" creationId="{D29A663C-7A9B-68FA-DB6A-045072FF4ABB}"/>
          </ac:spMkLst>
        </pc:spChg>
        <pc:spChg chg="add mod">
          <ac:chgData name="Jayakumar R" userId="87d1367b-1028-471a-a0a9-d64dec2f8b08" providerId="ADAL" clId="{C176532C-A38B-4E9B-8D30-1AF874CF1989}" dt="2026-02-01T06:42:45.856" v="4320" actId="1076"/>
          <ac:spMkLst>
            <pc:docMk/>
            <pc:sldMk cId="3198074407" sldId="3670"/>
            <ac:spMk id="11" creationId="{0D80E004-1DFA-1A05-F587-541613F5AF7B}"/>
          </ac:spMkLst>
        </pc:spChg>
        <pc:spChg chg="add del mod">
          <ac:chgData name="Jayakumar R" userId="87d1367b-1028-471a-a0a9-d64dec2f8b08" providerId="ADAL" clId="{C176532C-A38B-4E9B-8D30-1AF874CF1989}" dt="2026-02-01T09:00:20.695" v="5099" actId="478"/>
          <ac:spMkLst>
            <pc:docMk/>
            <pc:sldMk cId="3198074407" sldId="3670"/>
            <ac:spMk id="13" creationId="{CB49AED3-55A7-BDDC-74E1-94A3D6AF1798}"/>
          </ac:spMkLst>
        </pc:spChg>
        <pc:picChg chg="mod">
          <ac:chgData name="Jayakumar R" userId="87d1367b-1028-471a-a0a9-d64dec2f8b08" providerId="ADAL" clId="{C176532C-A38B-4E9B-8D30-1AF874CF1989}" dt="2026-02-01T06:03:07.602" v="4108" actId="1076"/>
          <ac:picMkLst>
            <pc:docMk/>
            <pc:sldMk cId="3198074407" sldId="3670"/>
            <ac:picMk id="4" creationId="{BB5BF47F-CEFA-E858-D045-0835B8B88FC0}"/>
          </ac:picMkLst>
        </pc:picChg>
        <pc:picChg chg="del">
          <ac:chgData name="Jayakumar R" userId="87d1367b-1028-471a-a0a9-d64dec2f8b08" providerId="ADAL" clId="{C176532C-A38B-4E9B-8D30-1AF874CF1989}" dt="2026-02-01T04:50:14.770" v="3986" actId="478"/>
          <ac:picMkLst>
            <pc:docMk/>
            <pc:sldMk cId="3198074407" sldId="3670"/>
            <ac:picMk id="6" creationId="{576FF0F0-2C58-2D61-6B7D-F0671C418790}"/>
          </ac:picMkLst>
        </pc:picChg>
        <pc:picChg chg="add mod">
          <ac:chgData name="Jayakumar R" userId="87d1367b-1028-471a-a0a9-d64dec2f8b08" providerId="ADAL" clId="{C176532C-A38B-4E9B-8D30-1AF874CF1989}" dt="2026-02-01T09:00:30.098" v="5104" actId="1076"/>
          <ac:picMkLst>
            <pc:docMk/>
            <pc:sldMk cId="3198074407" sldId="3670"/>
            <ac:picMk id="8" creationId="{EBA7C7D0-CD61-1D05-9CB7-A8C363926C96}"/>
          </ac:picMkLst>
        </pc:picChg>
        <pc:picChg chg="add mod">
          <ac:chgData name="Jayakumar R" userId="87d1367b-1028-471a-a0a9-d64dec2f8b08" providerId="ADAL" clId="{C176532C-A38B-4E9B-8D30-1AF874CF1989}" dt="2026-02-01T05:29:30.986" v="3994" actId="14100"/>
          <ac:picMkLst>
            <pc:docMk/>
            <pc:sldMk cId="3198074407" sldId="3670"/>
            <ac:picMk id="9" creationId="{20223683-A7B1-13DE-F752-D6B332EBF095}"/>
          </ac:picMkLst>
        </pc:picChg>
        <pc:picChg chg="add mod">
          <ac:chgData name="Jayakumar R" userId="87d1367b-1028-471a-a0a9-d64dec2f8b08" providerId="ADAL" clId="{C176532C-A38B-4E9B-8D30-1AF874CF1989}" dt="2026-02-01T09:00:28.775" v="5103" actId="1076"/>
          <ac:picMkLst>
            <pc:docMk/>
            <pc:sldMk cId="3198074407" sldId="3670"/>
            <ac:picMk id="10" creationId="{BC8C1D4C-1DBD-2145-E612-C47D98521571}"/>
          </ac:picMkLst>
        </pc:picChg>
        <pc:cxnChg chg="mod">
          <ac:chgData name="Jayakumar R" userId="87d1367b-1028-471a-a0a9-d64dec2f8b08" providerId="ADAL" clId="{C176532C-A38B-4E9B-8D30-1AF874CF1989}" dt="2026-02-01T06:03:07.602" v="4108" actId="1076"/>
          <ac:cxnSpMkLst>
            <pc:docMk/>
            <pc:sldMk cId="3198074407" sldId="3670"/>
            <ac:cxnSpMk id="5" creationId="{257AE52E-D449-7760-F8B0-B064E497B848}"/>
          </ac:cxnSpMkLst>
        </pc:cxnChg>
      </pc:sldChg>
      <pc:sldChg chg="addSp delSp modSp add mod">
        <pc:chgData name="Jayakumar R" userId="87d1367b-1028-471a-a0a9-d64dec2f8b08" providerId="ADAL" clId="{C176532C-A38B-4E9B-8D30-1AF874CF1989}" dt="2026-02-01T09:32:18.002" v="5489" actId="1076"/>
        <pc:sldMkLst>
          <pc:docMk/>
          <pc:sldMk cId="29811256" sldId="3671"/>
        </pc:sldMkLst>
        <pc:spChg chg="del mod">
          <ac:chgData name="Jayakumar R" userId="87d1367b-1028-471a-a0a9-d64dec2f8b08" providerId="ADAL" clId="{C176532C-A38B-4E9B-8D30-1AF874CF1989}" dt="2026-02-01T09:13:01.269" v="5112" actId="478"/>
          <ac:spMkLst>
            <pc:docMk/>
            <pc:sldMk cId="29811256" sldId="3671"/>
            <ac:spMk id="3" creationId="{9E56A2D8-5672-58E4-57AC-5C7C92D35BBF}"/>
          </ac:spMkLst>
        </pc:spChg>
        <pc:spChg chg="add mod">
          <ac:chgData name="Jayakumar R" userId="87d1367b-1028-471a-a0a9-d64dec2f8b08" providerId="ADAL" clId="{C176532C-A38B-4E9B-8D30-1AF874CF1989}" dt="2026-02-01T09:20:45.697" v="5235" actId="1076"/>
          <ac:spMkLst>
            <pc:docMk/>
            <pc:sldMk cId="29811256" sldId="3671"/>
            <ac:spMk id="7" creationId="{617D6E88-12DA-9EA6-A529-11B7F51AF9BF}"/>
          </ac:spMkLst>
        </pc:spChg>
        <pc:spChg chg="add mod">
          <ac:chgData name="Jayakumar R" userId="87d1367b-1028-471a-a0a9-d64dec2f8b08" providerId="ADAL" clId="{C176532C-A38B-4E9B-8D30-1AF874CF1989}" dt="2026-02-01T09:20:45.697" v="5235" actId="1076"/>
          <ac:spMkLst>
            <pc:docMk/>
            <pc:sldMk cId="29811256" sldId="3671"/>
            <ac:spMk id="12" creationId="{C6CC0A72-60E9-CA0F-A601-8F205BFCE071}"/>
          </ac:spMkLst>
        </pc:spChg>
        <pc:spChg chg="add mod">
          <ac:chgData name="Jayakumar R" userId="87d1367b-1028-471a-a0a9-d64dec2f8b08" providerId="ADAL" clId="{C176532C-A38B-4E9B-8D30-1AF874CF1989}" dt="2026-02-01T09:32:18.002" v="5489" actId="1076"/>
          <ac:spMkLst>
            <pc:docMk/>
            <pc:sldMk cId="29811256" sldId="3671"/>
            <ac:spMk id="14" creationId="{5EB8033A-5066-5C52-5D74-02E290C56C59}"/>
          </ac:spMkLst>
        </pc:spChg>
        <pc:picChg chg="del">
          <ac:chgData name="Jayakumar R" userId="87d1367b-1028-471a-a0a9-d64dec2f8b08" providerId="ADAL" clId="{C176532C-A38B-4E9B-8D30-1AF874CF1989}" dt="2026-02-01T05:59:59.419" v="4093" actId="478"/>
          <ac:picMkLst>
            <pc:docMk/>
            <pc:sldMk cId="29811256" sldId="3671"/>
            <ac:picMk id="4" creationId="{770BBF53-6C56-A672-D215-A267B936BF73}"/>
          </ac:picMkLst>
        </pc:picChg>
        <pc:picChg chg="add del mod">
          <ac:chgData name="Jayakumar R" userId="87d1367b-1028-471a-a0a9-d64dec2f8b08" providerId="ADAL" clId="{C176532C-A38B-4E9B-8D30-1AF874CF1989}" dt="2026-02-01T05:58:26.723" v="4078" actId="478"/>
          <ac:picMkLst>
            <pc:docMk/>
            <pc:sldMk cId="29811256" sldId="3671"/>
            <ac:picMk id="6" creationId="{521D05DB-BBDD-BD2F-0675-C121A099E395}"/>
          </ac:picMkLst>
        </pc:picChg>
        <pc:picChg chg="del">
          <ac:chgData name="Jayakumar R" userId="87d1367b-1028-471a-a0a9-d64dec2f8b08" providerId="ADAL" clId="{C176532C-A38B-4E9B-8D30-1AF874CF1989}" dt="2026-02-01T05:53:29.524" v="4037" actId="478"/>
          <ac:picMkLst>
            <pc:docMk/>
            <pc:sldMk cId="29811256" sldId="3671"/>
            <ac:picMk id="8" creationId="{3F2B1E27-CBFE-0537-CE13-3A6E6F5D104A}"/>
          </ac:picMkLst>
        </pc:picChg>
        <pc:picChg chg="del">
          <ac:chgData name="Jayakumar R" userId="87d1367b-1028-471a-a0a9-d64dec2f8b08" providerId="ADAL" clId="{C176532C-A38B-4E9B-8D30-1AF874CF1989}" dt="2026-02-01T05:53:30.245" v="4038" actId="478"/>
          <ac:picMkLst>
            <pc:docMk/>
            <pc:sldMk cId="29811256" sldId="3671"/>
            <ac:picMk id="10" creationId="{E94590DC-6CC7-D2E7-8CA9-153213083EF3}"/>
          </ac:picMkLst>
        </pc:picChg>
        <pc:picChg chg="add mod">
          <ac:chgData name="Jayakumar R" userId="87d1367b-1028-471a-a0a9-d64dec2f8b08" providerId="ADAL" clId="{C176532C-A38B-4E9B-8D30-1AF874CF1989}" dt="2026-02-01T09:20:45.697" v="5235" actId="1076"/>
          <ac:picMkLst>
            <pc:docMk/>
            <pc:sldMk cId="29811256" sldId="3671"/>
            <ac:picMk id="11" creationId="{E8B96A66-A18F-7736-4239-67E05AD7BBAF}"/>
          </ac:picMkLst>
        </pc:picChg>
        <pc:picChg chg="add del mod">
          <ac:chgData name="Jayakumar R" userId="87d1367b-1028-471a-a0a9-d64dec2f8b08" providerId="ADAL" clId="{C176532C-A38B-4E9B-8D30-1AF874CF1989}" dt="2026-02-01T05:56:40.293" v="4057" actId="478"/>
          <ac:picMkLst>
            <pc:docMk/>
            <pc:sldMk cId="29811256" sldId="3671"/>
            <ac:picMk id="1026" creationId="{467456FA-0D5E-FD3A-C407-283EC9190FE0}"/>
          </ac:picMkLst>
        </pc:picChg>
        <pc:picChg chg="add mod">
          <ac:chgData name="Jayakumar R" userId="87d1367b-1028-471a-a0a9-d64dec2f8b08" providerId="ADAL" clId="{C176532C-A38B-4E9B-8D30-1AF874CF1989}" dt="2026-02-01T09:20:45.697" v="5235" actId="1076"/>
          <ac:picMkLst>
            <pc:docMk/>
            <pc:sldMk cId="29811256" sldId="3671"/>
            <ac:picMk id="1028" creationId="{BFBCED4F-8E6C-DFD8-C076-740648A9D621}"/>
          </ac:picMkLst>
        </pc:picChg>
        <pc:cxnChg chg="del mod">
          <ac:chgData name="Jayakumar R" userId="87d1367b-1028-471a-a0a9-d64dec2f8b08" providerId="ADAL" clId="{C176532C-A38B-4E9B-8D30-1AF874CF1989}" dt="2026-02-01T09:13:02.722" v="5113" actId="478"/>
          <ac:cxnSpMkLst>
            <pc:docMk/>
            <pc:sldMk cId="29811256" sldId="3671"/>
            <ac:cxnSpMk id="5" creationId="{AAF992AC-ECED-B6B2-4572-0101CA1F81C4}"/>
          </ac:cxnSpMkLst>
        </pc:cxnChg>
      </pc:sldChg>
      <pc:sldChg chg="new del">
        <pc:chgData name="Jayakumar R" userId="87d1367b-1028-471a-a0a9-d64dec2f8b08" providerId="ADAL" clId="{C176532C-A38B-4E9B-8D30-1AF874CF1989}" dt="2026-02-01T05:53:20.559" v="4035" actId="47"/>
        <pc:sldMkLst>
          <pc:docMk/>
          <pc:sldMk cId="1383691164" sldId="3671"/>
        </pc:sldMkLst>
      </pc:sldChg>
      <pc:sldChg chg="new del">
        <pc:chgData name="Jayakumar R" userId="87d1367b-1028-471a-a0a9-d64dec2f8b08" providerId="ADAL" clId="{C176532C-A38B-4E9B-8D30-1AF874CF1989}" dt="2026-02-01T09:49:01.541" v="5491" actId="2696"/>
        <pc:sldMkLst>
          <pc:docMk/>
          <pc:sldMk cId="3294281443" sldId="3672"/>
        </pc:sldMkLst>
      </pc:sldChg>
      <pc:sldChg chg="addSp delSp modSp add mod ord">
        <pc:chgData name="Jayakumar R" userId="87d1367b-1028-471a-a0a9-d64dec2f8b08" providerId="ADAL" clId="{C176532C-A38B-4E9B-8D30-1AF874CF1989}" dt="2026-02-01T11:14:26.267" v="5853" actId="255"/>
        <pc:sldMkLst>
          <pc:docMk/>
          <pc:sldMk cId="3715563191" sldId="3672"/>
        </pc:sldMkLst>
        <pc:spChg chg="add del mod">
          <ac:chgData name="Jayakumar R" userId="87d1367b-1028-471a-a0a9-d64dec2f8b08" providerId="ADAL" clId="{C176532C-A38B-4E9B-8D30-1AF874CF1989}" dt="2026-02-01T11:14:05.169" v="5849" actId="1076"/>
          <ac:spMkLst>
            <pc:docMk/>
            <pc:sldMk cId="3715563191" sldId="3672"/>
            <ac:spMk id="3" creationId="{ECB2E10A-59F0-C25C-634D-35F0B0F4F543}"/>
          </ac:spMkLst>
        </pc:spChg>
        <pc:spChg chg="add mod">
          <ac:chgData name="Jayakumar R" userId="87d1367b-1028-471a-a0a9-d64dec2f8b08" providerId="ADAL" clId="{C176532C-A38B-4E9B-8D30-1AF874CF1989}" dt="2026-02-01T11:14:14.356" v="5852" actId="404"/>
          <ac:spMkLst>
            <pc:docMk/>
            <pc:sldMk cId="3715563191" sldId="3672"/>
            <ac:spMk id="6" creationId="{7880CAA4-3B1B-1964-EF0D-B637D69AF3A7}"/>
          </ac:spMkLst>
        </pc:spChg>
        <pc:spChg chg="add mod">
          <ac:chgData name="Jayakumar R" userId="87d1367b-1028-471a-a0a9-d64dec2f8b08" providerId="ADAL" clId="{C176532C-A38B-4E9B-8D30-1AF874CF1989}" dt="2026-02-01T10:38:55.642" v="5699"/>
          <ac:spMkLst>
            <pc:docMk/>
            <pc:sldMk cId="3715563191" sldId="3672"/>
            <ac:spMk id="7" creationId="{4E3711E1-9110-FF5C-DCDB-4A6CA9740B83}"/>
          </ac:spMkLst>
        </pc:spChg>
        <pc:spChg chg="mod">
          <ac:chgData name="Jayakumar R" userId="87d1367b-1028-471a-a0a9-d64dec2f8b08" providerId="ADAL" clId="{C176532C-A38B-4E9B-8D30-1AF874CF1989}" dt="2026-02-01T11:14:26.267" v="5853" actId="255"/>
          <ac:spMkLst>
            <pc:docMk/>
            <pc:sldMk cId="3715563191" sldId="3672"/>
            <ac:spMk id="11" creationId="{4E12E786-1026-F08F-98D5-1DAB1F7DC4F0}"/>
          </ac:spMkLst>
        </pc:spChg>
        <pc:picChg chg="mod">
          <ac:chgData name="Jayakumar R" userId="87d1367b-1028-471a-a0a9-d64dec2f8b08" providerId="ADAL" clId="{C176532C-A38B-4E9B-8D30-1AF874CF1989}" dt="2026-02-01T11:13:59.158" v="5848" actId="1076"/>
          <ac:picMkLst>
            <pc:docMk/>
            <pc:sldMk cId="3715563191" sldId="3672"/>
            <ac:picMk id="4" creationId="{A3C3817E-4B32-8873-50BB-EEFF8F95EC14}"/>
          </ac:picMkLst>
        </pc:picChg>
        <pc:cxnChg chg="mod">
          <ac:chgData name="Jayakumar R" userId="87d1367b-1028-471a-a0a9-d64dec2f8b08" providerId="ADAL" clId="{C176532C-A38B-4E9B-8D30-1AF874CF1989}" dt="2026-02-01T11:14:07.814" v="5850" actId="1076"/>
          <ac:cxnSpMkLst>
            <pc:docMk/>
            <pc:sldMk cId="3715563191" sldId="3672"/>
            <ac:cxnSpMk id="5" creationId="{2B2727F0-8695-9D4C-4C5D-CC554C86DAF7}"/>
          </ac:cxnSpMkLst>
        </pc:cxnChg>
      </pc:sldChg>
      <pc:sldMasterChg chg="setBg modSldLayout">
        <pc:chgData name="Jayakumar R" userId="87d1367b-1028-471a-a0a9-d64dec2f8b08" providerId="ADAL" clId="{C176532C-A38B-4E9B-8D30-1AF874CF1989}" dt="2026-01-31T06:41:42.771" v="29"/>
        <pc:sldMasterMkLst>
          <pc:docMk/>
          <pc:sldMasterMk cId="723453073" sldId="2147483648"/>
        </pc:sldMasterMkLst>
        <pc:sldLayoutChg chg="setBg">
          <pc:chgData name="Jayakumar R" userId="87d1367b-1028-471a-a0a9-d64dec2f8b08" providerId="ADAL" clId="{C176532C-A38B-4E9B-8D30-1AF874CF1989}" dt="2026-01-31T06:41:42.771" v="29"/>
          <pc:sldLayoutMkLst>
            <pc:docMk/>
            <pc:sldMasterMk cId="723453073" sldId="2147483648"/>
            <pc:sldLayoutMk cId="962607495" sldId="2147483649"/>
          </pc:sldLayoutMkLst>
        </pc:sldLayoutChg>
        <pc:sldLayoutChg chg="setBg">
          <pc:chgData name="Jayakumar R" userId="87d1367b-1028-471a-a0a9-d64dec2f8b08" providerId="ADAL" clId="{C176532C-A38B-4E9B-8D30-1AF874CF1989}" dt="2026-01-31T06:41:42.771" v="29"/>
          <pc:sldLayoutMkLst>
            <pc:docMk/>
            <pc:sldMasterMk cId="723453073" sldId="2147483648"/>
            <pc:sldLayoutMk cId="1852301009" sldId="2147483650"/>
          </pc:sldLayoutMkLst>
        </pc:sldLayoutChg>
        <pc:sldLayoutChg chg="setBg">
          <pc:chgData name="Jayakumar R" userId="87d1367b-1028-471a-a0a9-d64dec2f8b08" providerId="ADAL" clId="{C176532C-A38B-4E9B-8D30-1AF874CF1989}" dt="2026-01-31T06:41:42.771" v="29"/>
          <pc:sldLayoutMkLst>
            <pc:docMk/>
            <pc:sldMasterMk cId="723453073" sldId="2147483648"/>
            <pc:sldLayoutMk cId="2511365739" sldId="2147483651"/>
          </pc:sldLayoutMkLst>
        </pc:sldLayoutChg>
        <pc:sldLayoutChg chg="setBg">
          <pc:chgData name="Jayakumar R" userId="87d1367b-1028-471a-a0a9-d64dec2f8b08" providerId="ADAL" clId="{C176532C-A38B-4E9B-8D30-1AF874CF1989}" dt="2026-01-31T06:41:42.771" v="29"/>
          <pc:sldLayoutMkLst>
            <pc:docMk/>
            <pc:sldMasterMk cId="723453073" sldId="2147483648"/>
            <pc:sldLayoutMk cId="2564014647" sldId="2147483652"/>
          </pc:sldLayoutMkLst>
        </pc:sldLayoutChg>
        <pc:sldLayoutChg chg="setBg">
          <pc:chgData name="Jayakumar R" userId="87d1367b-1028-471a-a0a9-d64dec2f8b08" providerId="ADAL" clId="{C176532C-A38B-4E9B-8D30-1AF874CF1989}" dt="2026-01-31T06:41:42.771" v="29"/>
          <pc:sldLayoutMkLst>
            <pc:docMk/>
            <pc:sldMasterMk cId="723453073" sldId="2147483648"/>
            <pc:sldLayoutMk cId="2668265208" sldId="2147483653"/>
          </pc:sldLayoutMkLst>
        </pc:sldLayoutChg>
        <pc:sldLayoutChg chg="setBg">
          <pc:chgData name="Jayakumar R" userId="87d1367b-1028-471a-a0a9-d64dec2f8b08" providerId="ADAL" clId="{C176532C-A38B-4E9B-8D30-1AF874CF1989}" dt="2026-01-31T06:41:42.771" v="29"/>
          <pc:sldLayoutMkLst>
            <pc:docMk/>
            <pc:sldMasterMk cId="723453073" sldId="2147483648"/>
            <pc:sldLayoutMk cId="3684004002" sldId="2147483654"/>
          </pc:sldLayoutMkLst>
        </pc:sldLayoutChg>
        <pc:sldLayoutChg chg="setBg">
          <pc:chgData name="Jayakumar R" userId="87d1367b-1028-471a-a0a9-d64dec2f8b08" providerId="ADAL" clId="{C176532C-A38B-4E9B-8D30-1AF874CF1989}" dt="2026-01-31T06:41:42.771" v="29"/>
          <pc:sldLayoutMkLst>
            <pc:docMk/>
            <pc:sldMasterMk cId="723453073" sldId="2147483648"/>
            <pc:sldLayoutMk cId="4159988683" sldId="2147483655"/>
          </pc:sldLayoutMkLst>
        </pc:sldLayoutChg>
        <pc:sldLayoutChg chg="setBg">
          <pc:chgData name="Jayakumar R" userId="87d1367b-1028-471a-a0a9-d64dec2f8b08" providerId="ADAL" clId="{C176532C-A38B-4E9B-8D30-1AF874CF1989}" dt="2026-01-31T06:41:42.771" v="29"/>
          <pc:sldLayoutMkLst>
            <pc:docMk/>
            <pc:sldMasterMk cId="723453073" sldId="2147483648"/>
            <pc:sldLayoutMk cId="2384469745" sldId="2147483656"/>
          </pc:sldLayoutMkLst>
        </pc:sldLayoutChg>
        <pc:sldLayoutChg chg="setBg">
          <pc:chgData name="Jayakumar R" userId="87d1367b-1028-471a-a0a9-d64dec2f8b08" providerId="ADAL" clId="{C176532C-A38B-4E9B-8D30-1AF874CF1989}" dt="2026-01-31T06:41:42.771" v="29"/>
          <pc:sldLayoutMkLst>
            <pc:docMk/>
            <pc:sldMasterMk cId="723453073" sldId="2147483648"/>
            <pc:sldLayoutMk cId="835346047" sldId="2147483657"/>
          </pc:sldLayoutMkLst>
        </pc:sldLayoutChg>
        <pc:sldLayoutChg chg="setBg">
          <pc:chgData name="Jayakumar R" userId="87d1367b-1028-471a-a0a9-d64dec2f8b08" providerId="ADAL" clId="{C176532C-A38B-4E9B-8D30-1AF874CF1989}" dt="2026-01-31T06:41:42.771" v="29"/>
          <pc:sldLayoutMkLst>
            <pc:docMk/>
            <pc:sldMasterMk cId="723453073" sldId="2147483648"/>
            <pc:sldLayoutMk cId="4023282932" sldId="2147483658"/>
          </pc:sldLayoutMkLst>
        </pc:sldLayoutChg>
        <pc:sldLayoutChg chg="setBg">
          <pc:chgData name="Jayakumar R" userId="87d1367b-1028-471a-a0a9-d64dec2f8b08" providerId="ADAL" clId="{C176532C-A38B-4E9B-8D30-1AF874CF1989}" dt="2026-01-31T06:41:42.771" v="29"/>
          <pc:sldLayoutMkLst>
            <pc:docMk/>
            <pc:sldMasterMk cId="723453073" sldId="2147483648"/>
            <pc:sldLayoutMk cId="2692413688"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55563-5F3B-4911-9631-CE516BF25CE6}" type="datetimeFigureOut">
              <a:rPr lang="en-GB" smtClean="0"/>
              <a:pPr/>
              <a:t>01/02/2026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F27A6-5D40-44BD-AE97-046BFA5C5F04}" type="slidenum">
              <a:rPr lang="en-GB" smtClean="0"/>
              <a:pPr/>
              <a:t>‹#›</a:t>
            </a:fld>
            <a:endParaRPr lang="en-GB"/>
          </a:p>
        </p:txBody>
      </p:sp>
    </p:spTree>
    <p:extLst>
      <p:ext uri="{BB962C8B-B14F-4D97-AF65-F5344CB8AC3E}">
        <p14:creationId xmlns:p14="http://schemas.microsoft.com/office/powerpoint/2010/main" val="3688305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Factories generate massive amounts of machine data every second—status updates, production counts, energy usage, vibrations, and more. But most plants still have zero real-time visibility into what is happening on the shop floor. Machines fail silently, energy is wasted, and decisions rely on yesterday’s reports instead of today’s data. We wanted to solve this problem by creating a single system that could bring live insights, analytics, and intelligence to any manufacturing environment.</a:t>
            </a:r>
            <a:endParaRPr lang="en-IN"/>
          </a:p>
        </p:txBody>
      </p:sp>
      <p:sp>
        <p:nvSpPr>
          <p:cNvPr id="4" name="Slide Number Placeholder 3"/>
          <p:cNvSpPr>
            <a:spLocks noGrp="1"/>
          </p:cNvSpPr>
          <p:nvPr>
            <p:ph type="sldNum" sz="quarter" idx="5"/>
          </p:nvPr>
        </p:nvSpPr>
        <p:spPr/>
        <p:txBody>
          <a:bodyPr/>
          <a:lstStyle/>
          <a:p>
            <a:fld id="{0EBF27A6-5D40-44BD-AE97-046BFA5C5F04}" type="slidenum">
              <a:rPr lang="en-GB" smtClean="0"/>
              <a:pPr/>
              <a:t>2</a:t>
            </a:fld>
            <a:endParaRPr lang="en-GB"/>
          </a:p>
        </p:txBody>
      </p:sp>
    </p:spTree>
    <p:extLst>
      <p:ext uri="{BB962C8B-B14F-4D97-AF65-F5344CB8AC3E}">
        <p14:creationId xmlns:p14="http://schemas.microsoft.com/office/powerpoint/2010/main" val="803453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Hook/Problem:</a:t>
            </a:r>
            <a:br>
              <a:rPr lang="en-IN"/>
            </a:br>
            <a:r>
              <a:rPr lang="en-IN"/>
              <a:t>Technology availability are driving industries to accelerate the adoption of highly scalable and low cost IoT solutions. Customer expectations are very high – expecting to solve every problem they face during the entire production life cycle, and are expecting real time visibility into what is happening on the floor, what had happened in the past. Even more, they just don’t want the system to tell them what happened, and what is happening, they want to know what will happen and what can they do about it – ultimately maximising the productivity and profit.</a:t>
            </a:r>
          </a:p>
          <a:p>
            <a:endParaRPr lang="en-IN"/>
          </a:p>
          <a:p>
            <a:r>
              <a:rPr lang="en-IN"/>
              <a:t>To make their dream a reality, IoT solutions providers are required to collect massive amount of data from every machines and utilities (like quality of the material, performance and availability of the machines, temperature, pressure, current, people, etc). We are talking massive.. In GBs per minutes. The challenge for the solution provider is to collect, process and store this data often complex series. Add to that the need to access the data for analytics and ML models are increasing.</a:t>
            </a:r>
          </a:p>
          <a:p>
            <a:endParaRPr lang="en-IN"/>
          </a:p>
          <a:p>
            <a:r>
              <a:rPr lang="en-IN"/>
              <a:t>We need scalable infrastructure with high availability and reliability at reduced cost.</a:t>
            </a:r>
          </a:p>
          <a:p>
            <a:endParaRPr lang="en-IN"/>
          </a:p>
          <a:p>
            <a:r>
              <a:rPr lang="en-IN"/>
              <a:t>Traditional DBs struggle with processing such data. We are looking at </a:t>
            </a:r>
            <a:r>
              <a:rPr lang="en-IN" err="1"/>
              <a:t>GridDB</a:t>
            </a:r>
            <a:r>
              <a:rPr lang="en-IN"/>
              <a:t> to support storing, processing high frequency data.</a:t>
            </a:r>
          </a:p>
          <a:p>
            <a:endParaRPr lang="en-IN"/>
          </a:p>
          <a:p>
            <a:r>
              <a:rPr lang="en-IN" b="1"/>
              <a:t>Solution :</a:t>
            </a:r>
            <a:endParaRPr lang="en-IN"/>
          </a:p>
          <a:p>
            <a:r>
              <a:rPr lang="en-IN"/>
              <a:t>At </a:t>
            </a:r>
            <a:r>
              <a:rPr lang="en-IN" err="1"/>
              <a:t>wimera</a:t>
            </a:r>
            <a:r>
              <a:rPr lang="en-IN"/>
              <a:t>, we are building end to end data flow with </a:t>
            </a:r>
            <a:r>
              <a:rPr lang="en-IN" err="1"/>
              <a:t>gridDB</a:t>
            </a:r>
            <a:r>
              <a:rPr lang="en-IN"/>
              <a:t> as storage. With </a:t>
            </a:r>
            <a:r>
              <a:rPr lang="en-IN" err="1"/>
              <a:t>GridDB</a:t>
            </a:r>
            <a:r>
              <a:rPr lang="en-IN"/>
              <a:t>, we will be able to handle the large volume of data. Add other advantage of </a:t>
            </a:r>
            <a:r>
              <a:rPr lang="en-IN" err="1"/>
              <a:t>GridDB</a:t>
            </a:r>
            <a:r>
              <a:rPr lang="en-IN"/>
              <a:t>.</a:t>
            </a:r>
          </a:p>
          <a:p>
            <a:r>
              <a:rPr lang="en-IN"/>
              <a:t>What is our WOW factor ?</a:t>
            </a:r>
          </a:p>
          <a:p>
            <a:endParaRPr lang="en-IN"/>
          </a:p>
          <a:p>
            <a:r>
              <a:rPr lang="en-IN" b="1"/>
              <a:t>Impact</a:t>
            </a:r>
            <a:r>
              <a:rPr lang="en-IN"/>
              <a:t>:</a:t>
            </a:r>
          </a:p>
          <a:p>
            <a:r>
              <a:rPr lang="en-IN"/>
              <a:t>This will help ensure that our enterprise customers’ data are reliably stored and available at anytime.</a:t>
            </a:r>
          </a:p>
          <a:p>
            <a:r>
              <a:rPr lang="en-IN"/>
              <a:t>We can run large scale analytics pipeline without any impact.</a:t>
            </a:r>
          </a:p>
          <a:p>
            <a:endParaRPr lang="en-IN"/>
          </a:p>
          <a:p>
            <a:r>
              <a:rPr lang="en-IN" b="1"/>
              <a:t>Differentiation :</a:t>
            </a:r>
          </a:p>
          <a:p>
            <a:r>
              <a:rPr lang="en-IN"/>
              <a:t>Why this solutions is better than others ?</a:t>
            </a:r>
          </a:p>
          <a:p>
            <a:r>
              <a:rPr lang="en-IN"/>
              <a:t>We will be able to scale and meet SLAs. Etc </a:t>
            </a:r>
            <a:r>
              <a:rPr lang="en-IN" err="1"/>
              <a:t>etc</a:t>
            </a:r>
            <a:endParaRPr lang="en-IN"/>
          </a:p>
          <a:p>
            <a:endParaRPr lang="en-IN" b="1"/>
          </a:p>
          <a:p>
            <a:r>
              <a:rPr lang="en-IN" b="1"/>
              <a:t>What is next:</a:t>
            </a:r>
          </a:p>
          <a:p>
            <a:endParaRPr lang="en-IN" b="1"/>
          </a:p>
          <a:p>
            <a:r>
              <a:rPr lang="en-IN" b="1"/>
              <a:t>Closing:</a:t>
            </a:r>
          </a:p>
          <a:p>
            <a:r>
              <a:rPr lang="en-US" i="1"/>
              <a:t>“We just don’t collect the data – we can store the data at high rate and store for good and forever use if for anything………. With </a:t>
            </a:r>
            <a:r>
              <a:rPr lang="en-US" i="1" err="1"/>
              <a:t>GridDB</a:t>
            </a:r>
            <a:r>
              <a:rPr lang="en-US" i="1"/>
              <a:t>”</a:t>
            </a:r>
          </a:p>
          <a:p>
            <a:endParaRPr lang="en-US" b="1" i="1"/>
          </a:p>
          <a:p>
            <a:r>
              <a:rPr lang="en-US" sz="1200" b="0" i="0" kern="1200">
                <a:solidFill>
                  <a:schemeClr val="tx1"/>
                </a:solidFill>
                <a:effectLst/>
                <a:latin typeface="+mn-lt"/>
                <a:ea typeface="+mn-ea"/>
                <a:cs typeface="+mn-cs"/>
              </a:rPr>
              <a:t>We are confident that we can power our IoT with </a:t>
            </a:r>
            <a:r>
              <a:rPr lang="en-US" sz="1200" b="0" i="0" kern="1200" err="1">
                <a:solidFill>
                  <a:schemeClr val="tx1"/>
                </a:solidFill>
                <a:effectLst/>
                <a:latin typeface="+mn-lt"/>
                <a:ea typeface="+mn-ea"/>
                <a:cs typeface="+mn-cs"/>
              </a:rPr>
              <a:t>GridDB</a:t>
            </a:r>
            <a:r>
              <a:rPr lang="en-US" sz="1200" b="0" i="0" kern="1200">
                <a:solidFill>
                  <a:schemeClr val="tx1"/>
                </a:solidFill>
                <a:effectLst/>
                <a:latin typeface="+mn-lt"/>
                <a:ea typeface="+mn-ea"/>
                <a:cs typeface="+mn-cs"/>
              </a:rPr>
              <a:t> to Go Faster and Scale Bigger. </a:t>
            </a:r>
          </a:p>
          <a:p>
            <a:endParaRPr lang="en-US" sz="1200" b="0" i="0" kern="1200">
              <a:solidFill>
                <a:schemeClr val="tx1"/>
              </a:solidFill>
              <a:effectLst/>
              <a:latin typeface="+mn-lt"/>
              <a:ea typeface="+mn-ea"/>
              <a:cs typeface="+mn-cs"/>
            </a:endParaRPr>
          </a:p>
          <a:p>
            <a:endParaRPr lang="en-IN" b="1"/>
          </a:p>
        </p:txBody>
      </p:sp>
      <p:sp>
        <p:nvSpPr>
          <p:cNvPr id="4" name="Slide Number Placeholder 3"/>
          <p:cNvSpPr>
            <a:spLocks noGrp="1"/>
          </p:cNvSpPr>
          <p:nvPr>
            <p:ph type="sldNum" sz="quarter" idx="5"/>
          </p:nvPr>
        </p:nvSpPr>
        <p:spPr/>
        <p:txBody>
          <a:bodyPr/>
          <a:lstStyle/>
          <a:p>
            <a:fld id="{0EBF27A6-5D40-44BD-AE97-046BFA5C5F04}" type="slidenum">
              <a:rPr lang="en-GB" smtClean="0"/>
              <a:pPr/>
              <a:t>3</a:t>
            </a:fld>
            <a:endParaRPr lang="en-GB"/>
          </a:p>
        </p:txBody>
      </p:sp>
    </p:spTree>
    <p:extLst>
      <p:ext uri="{BB962C8B-B14F-4D97-AF65-F5344CB8AC3E}">
        <p14:creationId xmlns:p14="http://schemas.microsoft.com/office/powerpoint/2010/main" val="536492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a:solidFill>
                  <a:schemeClr val="bg1"/>
                </a:solidFill>
                <a:ea typeface="Calibri"/>
                <a:cs typeface="Calibri"/>
              </a:rPr>
              <a:t>IoT customers demand more than raw data—they want insights into </a:t>
            </a:r>
          </a:p>
          <a:p>
            <a:pPr marL="457200" indent="-457200" algn="just">
              <a:buFont typeface="Arial" panose="020B0604020202020204" pitchFamily="34" charset="0"/>
              <a:buChar char="•"/>
            </a:pPr>
            <a:r>
              <a:rPr lang="en-US" sz="1200">
                <a:solidFill>
                  <a:schemeClr val="bg1"/>
                </a:solidFill>
                <a:ea typeface="Calibri"/>
                <a:cs typeface="Calibri"/>
              </a:rPr>
              <a:t>what happened</a:t>
            </a:r>
          </a:p>
          <a:p>
            <a:pPr marL="457200" indent="-457200" algn="just">
              <a:buFont typeface="Arial" panose="020B0604020202020204" pitchFamily="34" charset="0"/>
              <a:buChar char="•"/>
            </a:pPr>
            <a:r>
              <a:rPr lang="en-US" sz="1200">
                <a:solidFill>
                  <a:schemeClr val="bg1"/>
                </a:solidFill>
                <a:ea typeface="Calibri"/>
                <a:cs typeface="Calibri"/>
              </a:rPr>
              <a:t>what’s happening now</a:t>
            </a:r>
          </a:p>
          <a:p>
            <a:pPr marL="457200" indent="-457200" algn="just">
              <a:buFont typeface="Arial" panose="020B0604020202020204" pitchFamily="34" charset="0"/>
              <a:buChar char="•"/>
            </a:pPr>
            <a:r>
              <a:rPr lang="en-US" sz="1200">
                <a:solidFill>
                  <a:schemeClr val="bg1"/>
                </a:solidFill>
                <a:ea typeface="Calibri"/>
                <a:cs typeface="Calibri"/>
              </a:rPr>
              <a:t>what will happen next</a:t>
            </a:r>
          </a:p>
          <a:p>
            <a:pPr marL="457200" indent="-457200" algn="just">
              <a:buFont typeface="Arial" panose="020B0604020202020204" pitchFamily="34" charset="0"/>
              <a:buChar char="•"/>
            </a:pPr>
            <a:r>
              <a:rPr lang="en-US" sz="1200">
                <a:solidFill>
                  <a:schemeClr val="bg1"/>
                </a:solidFill>
                <a:ea typeface="Calibri"/>
                <a:cs typeface="Calibri"/>
              </a:rPr>
              <a:t>and what they can do about it</a:t>
            </a:r>
          </a:p>
          <a:p>
            <a:endParaRPr lang="en-IN"/>
          </a:p>
        </p:txBody>
      </p:sp>
      <p:sp>
        <p:nvSpPr>
          <p:cNvPr id="4" name="Slide Number Placeholder 3"/>
          <p:cNvSpPr>
            <a:spLocks noGrp="1"/>
          </p:cNvSpPr>
          <p:nvPr>
            <p:ph type="sldNum" sz="quarter" idx="5"/>
          </p:nvPr>
        </p:nvSpPr>
        <p:spPr/>
        <p:txBody>
          <a:bodyPr/>
          <a:lstStyle/>
          <a:p>
            <a:fld id="{0EBF27A6-5D40-44BD-AE97-046BFA5C5F04}" type="slidenum">
              <a:rPr lang="en-GB" smtClean="0"/>
              <a:pPr/>
              <a:t>12</a:t>
            </a:fld>
            <a:endParaRPr lang="en-GB"/>
          </a:p>
        </p:txBody>
      </p:sp>
    </p:spTree>
    <p:extLst>
      <p:ext uri="{BB962C8B-B14F-4D97-AF65-F5344CB8AC3E}">
        <p14:creationId xmlns:p14="http://schemas.microsoft.com/office/powerpoint/2010/main" val="3673542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EBF27A6-5D40-44BD-AE97-046BFA5C5F04}" type="slidenum">
              <a:rPr lang="en-GB" smtClean="0"/>
              <a:pPr/>
              <a:t>14</a:t>
            </a:fld>
            <a:endParaRPr lang="en-GB"/>
          </a:p>
        </p:txBody>
      </p:sp>
    </p:spTree>
    <p:extLst>
      <p:ext uri="{BB962C8B-B14F-4D97-AF65-F5344CB8AC3E}">
        <p14:creationId xmlns:p14="http://schemas.microsoft.com/office/powerpoint/2010/main" val="1444951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8D51E-7813-3051-AE6D-9D7893B1A76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G"/>
          </a:p>
        </p:txBody>
      </p:sp>
      <p:sp>
        <p:nvSpPr>
          <p:cNvPr id="3" name="Subtitle 2">
            <a:extLst>
              <a:ext uri="{FF2B5EF4-FFF2-40B4-BE49-F238E27FC236}">
                <a16:creationId xmlns:a16="http://schemas.microsoft.com/office/drawing/2014/main" id="{DF6910DB-CA32-19CC-A38A-5F6A6ADDC9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G"/>
          </a:p>
        </p:txBody>
      </p:sp>
      <p:sp>
        <p:nvSpPr>
          <p:cNvPr id="4" name="Date Placeholder 3">
            <a:extLst>
              <a:ext uri="{FF2B5EF4-FFF2-40B4-BE49-F238E27FC236}">
                <a16:creationId xmlns:a16="http://schemas.microsoft.com/office/drawing/2014/main" id="{CD846BA6-5EBB-6227-39F8-0974CD05BF19}"/>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5" name="Footer Placeholder 4">
            <a:extLst>
              <a:ext uri="{FF2B5EF4-FFF2-40B4-BE49-F238E27FC236}">
                <a16:creationId xmlns:a16="http://schemas.microsoft.com/office/drawing/2014/main" id="{66142E86-650E-63B4-BA5F-EB33A6D8AD7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A0D5C13-5242-B3E3-D5FA-6B7F4B264D6E}"/>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962607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FD016-EC83-1A60-51E9-8232A5EC3D62}"/>
              </a:ext>
            </a:extLst>
          </p:cNvPr>
          <p:cNvSpPr>
            <a:spLocks noGrp="1"/>
          </p:cNvSpPr>
          <p:nvPr>
            <p:ph type="title"/>
          </p:nvPr>
        </p:nvSpPr>
        <p:spPr/>
        <p:txBody>
          <a:bodyPr/>
          <a:lstStyle/>
          <a:p>
            <a:r>
              <a:rPr lang="en-GB"/>
              <a:t>Click to edit Master title style</a:t>
            </a:r>
            <a:endParaRPr lang="en-SG"/>
          </a:p>
        </p:txBody>
      </p:sp>
      <p:sp>
        <p:nvSpPr>
          <p:cNvPr id="3" name="Content Placeholder 2">
            <a:extLst>
              <a:ext uri="{FF2B5EF4-FFF2-40B4-BE49-F238E27FC236}">
                <a16:creationId xmlns:a16="http://schemas.microsoft.com/office/drawing/2014/main" id="{ED8176A9-177A-63C4-A470-4BD91329A23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FAA364DE-6759-7E1A-9843-C33D3251439E}"/>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5" name="Footer Placeholder 4">
            <a:extLst>
              <a:ext uri="{FF2B5EF4-FFF2-40B4-BE49-F238E27FC236}">
                <a16:creationId xmlns:a16="http://schemas.microsoft.com/office/drawing/2014/main" id="{9D9CC8F8-DAEE-2B1C-937D-36015926265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DDEA888-F49F-C335-7FFA-CC4253EE4CF0}"/>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1852301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F5E17-FF46-EA97-0C19-1B547B20FAD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G"/>
          </a:p>
        </p:txBody>
      </p:sp>
      <p:sp>
        <p:nvSpPr>
          <p:cNvPr id="3" name="Text Placeholder 2">
            <a:extLst>
              <a:ext uri="{FF2B5EF4-FFF2-40B4-BE49-F238E27FC236}">
                <a16:creationId xmlns:a16="http://schemas.microsoft.com/office/drawing/2014/main" id="{E91D1CC2-E794-B60B-98C9-952B20BD0B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83D1619-AFAA-2948-8024-47C6145E872A}"/>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5" name="Footer Placeholder 4">
            <a:extLst>
              <a:ext uri="{FF2B5EF4-FFF2-40B4-BE49-F238E27FC236}">
                <a16:creationId xmlns:a16="http://schemas.microsoft.com/office/drawing/2014/main" id="{CF18CE4D-F621-C136-8B9D-833AF233110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ADF6D01-10E3-3AE9-E4E6-2D9E36AD4E56}"/>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2511365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79AB5-A59B-F11B-B263-17AEA7DF860F}"/>
              </a:ext>
            </a:extLst>
          </p:cNvPr>
          <p:cNvSpPr>
            <a:spLocks noGrp="1"/>
          </p:cNvSpPr>
          <p:nvPr>
            <p:ph type="title"/>
          </p:nvPr>
        </p:nvSpPr>
        <p:spPr/>
        <p:txBody>
          <a:bodyPr/>
          <a:lstStyle/>
          <a:p>
            <a:r>
              <a:rPr lang="en-GB"/>
              <a:t>Click to edit Master title style</a:t>
            </a:r>
            <a:endParaRPr lang="en-SG"/>
          </a:p>
        </p:txBody>
      </p:sp>
      <p:sp>
        <p:nvSpPr>
          <p:cNvPr id="3" name="Content Placeholder 2">
            <a:extLst>
              <a:ext uri="{FF2B5EF4-FFF2-40B4-BE49-F238E27FC236}">
                <a16:creationId xmlns:a16="http://schemas.microsoft.com/office/drawing/2014/main" id="{596297B9-FE30-3D6F-EF56-D52CA210CEB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Content Placeholder 3">
            <a:extLst>
              <a:ext uri="{FF2B5EF4-FFF2-40B4-BE49-F238E27FC236}">
                <a16:creationId xmlns:a16="http://schemas.microsoft.com/office/drawing/2014/main" id="{046D5D6E-A0BA-0613-5BE4-1A67827F3FE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Date Placeholder 4">
            <a:extLst>
              <a:ext uri="{FF2B5EF4-FFF2-40B4-BE49-F238E27FC236}">
                <a16:creationId xmlns:a16="http://schemas.microsoft.com/office/drawing/2014/main" id="{D1988BBA-6B7F-B447-CA5E-612AD6B8A4DB}"/>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6" name="Footer Placeholder 5">
            <a:extLst>
              <a:ext uri="{FF2B5EF4-FFF2-40B4-BE49-F238E27FC236}">
                <a16:creationId xmlns:a16="http://schemas.microsoft.com/office/drawing/2014/main" id="{0B649D25-0CE6-E578-0AF0-E972BAB4212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52D9C6D-BDB8-6A0A-1AE0-F37C189F9B64}"/>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2564014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271A2-9E18-C084-14F1-49A46224AB5B}"/>
              </a:ext>
            </a:extLst>
          </p:cNvPr>
          <p:cNvSpPr>
            <a:spLocks noGrp="1"/>
          </p:cNvSpPr>
          <p:nvPr>
            <p:ph type="title"/>
          </p:nvPr>
        </p:nvSpPr>
        <p:spPr>
          <a:xfrm>
            <a:off x="839788" y="365125"/>
            <a:ext cx="10515600" cy="1325563"/>
          </a:xfrm>
        </p:spPr>
        <p:txBody>
          <a:bodyPr/>
          <a:lstStyle/>
          <a:p>
            <a:r>
              <a:rPr lang="en-GB"/>
              <a:t>Click to edit Master title style</a:t>
            </a:r>
            <a:endParaRPr lang="en-SG"/>
          </a:p>
        </p:txBody>
      </p:sp>
      <p:sp>
        <p:nvSpPr>
          <p:cNvPr id="3" name="Text Placeholder 2">
            <a:extLst>
              <a:ext uri="{FF2B5EF4-FFF2-40B4-BE49-F238E27FC236}">
                <a16:creationId xmlns:a16="http://schemas.microsoft.com/office/drawing/2014/main" id="{4B0563BB-3422-2941-1CB3-C948B14F1C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EF5FF07-548F-682A-7412-E44B4D97FF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Text Placeholder 4">
            <a:extLst>
              <a:ext uri="{FF2B5EF4-FFF2-40B4-BE49-F238E27FC236}">
                <a16:creationId xmlns:a16="http://schemas.microsoft.com/office/drawing/2014/main" id="{6D72926E-447A-3BE7-FF99-C8AFF77DEC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4D9208A-093B-7205-24CE-3C0EE88BF31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7" name="Date Placeholder 6">
            <a:extLst>
              <a:ext uri="{FF2B5EF4-FFF2-40B4-BE49-F238E27FC236}">
                <a16:creationId xmlns:a16="http://schemas.microsoft.com/office/drawing/2014/main" id="{108ED52F-8830-CF28-875C-704D126AD524}"/>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8" name="Footer Placeholder 7">
            <a:extLst>
              <a:ext uri="{FF2B5EF4-FFF2-40B4-BE49-F238E27FC236}">
                <a16:creationId xmlns:a16="http://schemas.microsoft.com/office/drawing/2014/main" id="{97B65F66-AC38-2A7D-2363-66AEBB0A35C8}"/>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3EBB4394-2B4B-0C70-AB09-DCEEB3BD4CC2}"/>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266826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84197-A658-E1F0-2EED-05D83E568AA3}"/>
              </a:ext>
            </a:extLst>
          </p:cNvPr>
          <p:cNvSpPr>
            <a:spLocks noGrp="1"/>
          </p:cNvSpPr>
          <p:nvPr>
            <p:ph type="title"/>
          </p:nvPr>
        </p:nvSpPr>
        <p:spPr/>
        <p:txBody>
          <a:bodyPr/>
          <a:lstStyle/>
          <a:p>
            <a:r>
              <a:rPr lang="en-GB"/>
              <a:t>Click to edit Master title style</a:t>
            </a:r>
            <a:endParaRPr lang="en-SG"/>
          </a:p>
        </p:txBody>
      </p:sp>
      <p:sp>
        <p:nvSpPr>
          <p:cNvPr id="3" name="Date Placeholder 2">
            <a:extLst>
              <a:ext uri="{FF2B5EF4-FFF2-40B4-BE49-F238E27FC236}">
                <a16:creationId xmlns:a16="http://schemas.microsoft.com/office/drawing/2014/main" id="{D05B02C2-0ADC-79B9-AB77-BA85F5CFAF8A}"/>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4" name="Footer Placeholder 3">
            <a:extLst>
              <a:ext uri="{FF2B5EF4-FFF2-40B4-BE49-F238E27FC236}">
                <a16:creationId xmlns:a16="http://schemas.microsoft.com/office/drawing/2014/main" id="{7401ACDB-7C28-F941-EBA9-9C79B33793A5}"/>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017EE4B0-D73E-3929-11EF-8788C2F0B2E8}"/>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3684004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C4ACF-3A1F-B3AB-0038-87C46E996577}"/>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3" name="Footer Placeholder 2">
            <a:extLst>
              <a:ext uri="{FF2B5EF4-FFF2-40B4-BE49-F238E27FC236}">
                <a16:creationId xmlns:a16="http://schemas.microsoft.com/office/drawing/2014/main" id="{305833B8-0B6E-6C4A-FB52-11C4CC3F256B}"/>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AEC8B3F1-9F74-0DB3-7374-57579109EC9D}"/>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4159988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85D9B-5F13-5CE8-67B1-621091EF025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G"/>
          </a:p>
        </p:txBody>
      </p:sp>
      <p:sp>
        <p:nvSpPr>
          <p:cNvPr id="3" name="Content Placeholder 2">
            <a:extLst>
              <a:ext uri="{FF2B5EF4-FFF2-40B4-BE49-F238E27FC236}">
                <a16:creationId xmlns:a16="http://schemas.microsoft.com/office/drawing/2014/main" id="{88C3E1BC-2304-0383-7BAC-3B89B2CC94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Text Placeholder 3">
            <a:extLst>
              <a:ext uri="{FF2B5EF4-FFF2-40B4-BE49-F238E27FC236}">
                <a16:creationId xmlns:a16="http://schemas.microsoft.com/office/drawing/2014/main" id="{FD1B734D-9931-6FEC-E1CB-5731C7CB57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D171DAE-4B93-506F-5E8A-70561B323672}"/>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6" name="Footer Placeholder 5">
            <a:extLst>
              <a:ext uri="{FF2B5EF4-FFF2-40B4-BE49-F238E27FC236}">
                <a16:creationId xmlns:a16="http://schemas.microsoft.com/office/drawing/2014/main" id="{10C950FE-794E-E302-21FC-0DBD3EA920C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09F0D891-2119-DF9A-6FA5-26522CDD7CCF}"/>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2384469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82B8-3EEE-0B6D-F5BE-A41DA0CC605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G"/>
          </a:p>
        </p:txBody>
      </p:sp>
      <p:sp>
        <p:nvSpPr>
          <p:cNvPr id="3" name="Picture Placeholder 2">
            <a:extLst>
              <a:ext uri="{FF2B5EF4-FFF2-40B4-BE49-F238E27FC236}">
                <a16:creationId xmlns:a16="http://schemas.microsoft.com/office/drawing/2014/main" id="{DE4A17C4-CB67-E665-644A-B499490EB3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3EFC5B66-8139-4F08-D120-55DB04034C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AD28E16-9EA5-5BD9-2818-59DD7677B757}"/>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6" name="Footer Placeholder 5">
            <a:extLst>
              <a:ext uri="{FF2B5EF4-FFF2-40B4-BE49-F238E27FC236}">
                <a16:creationId xmlns:a16="http://schemas.microsoft.com/office/drawing/2014/main" id="{4AF0C706-05F7-3566-0543-63802EFEE5E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868C35-F194-3B35-49DB-C284BF2F15EA}"/>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835346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AD9C9-AD71-B7FD-5C9F-66D1DD886AE0}"/>
              </a:ext>
            </a:extLst>
          </p:cNvPr>
          <p:cNvSpPr>
            <a:spLocks noGrp="1"/>
          </p:cNvSpPr>
          <p:nvPr>
            <p:ph type="title"/>
          </p:nvPr>
        </p:nvSpPr>
        <p:spPr/>
        <p:txBody>
          <a:bodyPr/>
          <a:lstStyle/>
          <a:p>
            <a:r>
              <a:rPr lang="en-GB"/>
              <a:t>Click to edit Master title style</a:t>
            </a:r>
            <a:endParaRPr lang="en-SG"/>
          </a:p>
        </p:txBody>
      </p:sp>
      <p:sp>
        <p:nvSpPr>
          <p:cNvPr id="3" name="Vertical Text Placeholder 2">
            <a:extLst>
              <a:ext uri="{FF2B5EF4-FFF2-40B4-BE49-F238E27FC236}">
                <a16:creationId xmlns:a16="http://schemas.microsoft.com/office/drawing/2014/main" id="{C84EFA6E-EE02-E4B6-1D51-A00B4280B0C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F3848973-42D9-5D26-862C-439D2E3134F0}"/>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5" name="Footer Placeholder 4">
            <a:extLst>
              <a:ext uri="{FF2B5EF4-FFF2-40B4-BE49-F238E27FC236}">
                <a16:creationId xmlns:a16="http://schemas.microsoft.com/office/drawing/2014/main" id="{A7B590E9-9DC5-0CF5-B57F-3878E8DB7DE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466FFEF-0312-BCC2-47DA-4AB9CBB8BF8B}"/>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4023282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F9CEDD-FA52-CCC8-EDF0-CB8C5B8D07D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G"/>
          </a:p>
        </p:txBody>
      </p:sp>
      <p:sp>
        <p:nvSpPr>
          <p:cNvPr id="3" name="Vertical Text Placeholder 2">
            <a:extLst>
              <a:ext uri="{FF2B5EF4-FFF2-40B4-BE49-F238E27FC236}">
                <a16:creationId xmlns:a16="http://schemas.microsoft.com/office/drawing/2014/main" id="{B1389B75-E16C-952A-4381-00AC06EE4A3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398E8D9A-B57B-DB8E-65B4-F9A0D93ACCC8}"/>
              </a:ext>
            </a:extLst>
          </p:cNvPr>
          <p:cNvSpPr>
            <a:spLocks noGrp="1"/>
          </p:cNvSpPr>
          <p:nvPr>
            <p:ph type="dt" sz="half" idx="10"/>
          </p:nvPr>
        </p:nvSpPr>
        <p:spPr/>
        <p:txBody>
          <a:bodyPr/>
          <a:lstStyle/>
          <a:p>
            <a:fld id="{6CD95CD0-F81F-4303-8040-39FDD7405211}" type="datetimeFigureOut">
              <a:rPr lang="en-SG" smtClean="0"/>
              <a:pPr/>
              <a:t>1/2/2026</a:t>
            </a:fld>
            <a:endParaRPr lang="en-SG"/>
          </a:p>
        </p:txBody>
      </p:sp>
      <p:sp>
        <p:nvSpPr>
          <p:cNvPr id="5" name="Footer Placeholder 4">
            <a:extLst>
              <a:ext uri="{FF2B5EF4-FFF2-40B4-BE49-F238E27FC236}">
                <a16:creationId xmlns:a16="http://schemas.microsoft.com/office/drawing/2014/main" id="{5D0CE475-228C-834B-1A55-0D9C0D24AC8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7750E58-918C-3A55-490E-A34F22C2011D}"/>
              </a:ext>
            </a:extLst>
          </p:cNvPr>
          <p:cNvSpPr>
            <a:spLocks noGrp="1"/>
          </p:cNvSpPr>
          <p:nvPr>
            <p:ph type="sldNum" sz="quarter" idx="12"/>
          </p:nvPr>
        </p:nvSpPr>
        <p:spPr/>
        <p:txBody>
          <a:bodyPr/>
          <a:lstStyle/>
          <a:p>
            <a:fld id="{8F654966-E2BD-4C01-BB65-BADFB8D6CD0E}" type="slidenum">
              <a:rPr lang="en-SG" smtClean="0"/>
              <a:pPr/>
              <a:t>‹#›</a:t>
            </a:fld>
            <a:endParaRPr lang="en-SG"/>
          </a:p>
        </p:txBody>
      </p:sp>
    </p:spTree>
    <p:extLst>
      <p:ext uri="{BB962C8B-B14F-4D97-AF65-F5344CB8AC3E}">
        <p14:creationId xmlns:p14="http://schemas.microsoft.com/office/powerpoint/2010/main" val="2692413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D7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8A9699-C8CC-B2B8-01E3-2B9E98BA0A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G"/>
          </a:p>
        </p:txBody>
      </p:sp>
      <p:sp>
        <p:nvSpPr>
          <p:cNvPr id="3" name="Text Placeholder 2">
            <a:extLst>
              <a:ext uri="{FF2B5EF4-FFF2-40B4-BE49-F238E27FC236}">
                <a16:creationId xmlns:a16="http://schemas.microsoft.com/office/drawing/2014/main" id="{B10ABF1C-DD40-8F1F-D0EE-3400E8A9F4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39E79CE5-E6CF-281D-FC90-11F44D2F5E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D95CD0-F81F-4303-8040-39FDD7405211}" type="datetimeFigureOut">
              <a:rPr lang="en-SG" smtClean="0"/>
              <a:pPr/>
              <a:t>1/2/2026</a:t>
            </a:fld>
            <a:endParaRPr lang="en-SG"/>
          </a:p>
        </p:txBody>
      </p:sp>
      <p:sp>
        <p:nvSpPr>
          <p:cNvPr id="5" name="Footer Placeholder 4">
            <a:extLst>
              <a:ext uri="{FF2B5EF4-FFF2-40B4-BE49-F238E27FC236}">
                <a16:creationId xmlns:a16="http://schemas.microsoft.com/office/drawing/2014/main" id="{85744418-2C4A-6F19-5064-19D11A8AF8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55A6806C-BA72-75B7-A2B1-37FCEBB319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654966-E2BD-4C01-BB65-BADFB8D6CD0E}" type="slidenum">
              <a:rPr lang="en-SG" smtClean="0"/>
              <a:pPr/>
              <a:t>‹#›</a:t>
            </a:fld>
            <a:endParaRPr lang="en-SG"/>
          </a:p>
        </p:txBody>
      </p:sp>
    </p:spTree>
    <p:extLst>
      <p:ext uri="{BB962C8B-B14F-4D97-AF65-F5344CB8AC3E}">
        <p14:creationId xmlns:p14="http://schemas.microsoft.com/office/powerpoint/2010/main" val="723453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3.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3.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3.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4.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3.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hyperlink" Target="https://wimerasys.com/" TargetMode="External"/><Relationship Id="rId3" Type="http://schemas.openxmlformats.org/officeDocument/2006/relationships/image" Target="../media/image2.png"/><Relationship Id="rId7" Type="http://schemas.openxmlformats.org/officeDocument/2006/relationships/hyperlink" Target="https://twitter.com/WimeraSystem" TargetMode="External"/><Relationship Id="rId12"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hyperlink" Target="https://www.youtube.com/channel/UC9qsJLeNrJGnqHBTUhWZPIA" TargetMode="External"/><Relationship Id="rId5" Type="http://schemas.openxmlformats.org/officeDocument/2006/relationships/hyperlink" Target="https://www.linkedin.com/company/wimera/?viewAsMember=true" TargetMode="External"/><Relationship Id="rId15" Type="http://schemas.openxmlformats.org/officeDocument/2006/relationships/image" Target="../media/image29.svg"/><Relationship Id="rId10" Type="http://schemas.openxmlformats.org/officeDocument/2006/relationships/image" Target="../media/image26.png"/><Relationship Id="rId4" Type="http://schemas.openxmlformats.org/officeDocument/2006/relationships/image" Target="../media/image3.svg"/><Relationship Id="rId9" Type="http://schemas.openxmlformats.org/officeDocument/2006/relationships/hyperlink" Target="https://www.facebook.com/WimeraSys/" TargetMode="External"/><Relationship Id="rId1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89C7C-9824-6859-49EE-03EF1723B809}"/>
            </a:ext>
          </a:extLst>
        </p:cNvPr>
        <p:cNvGrpSpPr/>
        <p:nvPr/>
      </p:nvGrpSpPr>
      <p:grpSpPr>
        <a:xfrm>
          <a:off x="0" y="0"/>
          <a:ext cx="0" cy="0"/>
          <a:chOff x="0" y="0"/>
          <a:chExt cx="0" cy="0"/>
        </a:xfrm>
      </p:grpSpPr>
      <p:pic>
        <p:nvPicPr>
          <p:cNvPr id="2" name="Picture 10" descr="A yellow ball on top of a green cube&#10;&#10;Description automatically generated">
            <a:extLst>
              <a:ext uri="{FF2B5EF4-FFF2-40B4-BE49-F238E27FC236}">
                <a16:creationId xmlns:a16="http://schemas.microsoft.com/office/drawing/2014/main" id="{8888E4C7-70F0-0C17-A6AF-F15FFAD677CD}"/>
              </a:ext>
            </a:extLst>
          </p:cNvPr>
          <p:cNvPicPr>
            <a:picLocks noChangeAspect="1"/>
          </p:cNvPicPr>
          <p:nvPr/>
        </p:nvPicPr>
        <p:blipFill>
          <a:blip r:embed="rId2" cstate="print"/>
          <a:stretch>
            <a:fillRect/>
          </a:stretch>
        </p:blipFill>
        <p:spPr>
          <a:xfrm>
            <a:off x="0" y="0"/>
            <a:ext cx="12191996" cy="6858000"/>
          </a:xfrm>
          <a:prstGeom prst="rect">
            <a:avLst/>
          </a:prstGeom>
          <a:solidFill>
            <a:srgbClr val="007D79"/>
          </a:solidFill>
          <a:ln cap="flat">
            <a:noFill/>
          </a:ln>
        </p:spPr>
      </p:pic>
      <p:pic>
        <p:nvPicPr>
          <p:cNvPr id="3" name="Graphic 4">
            <a:extLst>
              <a:ext uri="{FF2B5EF4-FFF2-40B4-BE49-F238E27FC236}">
                <a16:creationId xmlns:a16="http://schemas.microsoft.com/office/drawing/2014/main" id="{5BE18931-6050-3BF7-5499-E1476193B96A}"/>
              </a:ext>
            </a:extLst>
          </p:cNvPr>
          <p:cNvPicPr>
            <a:picLocks noChangeAspect="1"/>
          </p:cNvPicPr>
          <p:nvPr/>
        </p:nvPicPr>
        <p:blipFill>
          <a:blip r:embed="rId3" cstate="print">
            <a:extLst>
              <a:ext uri="{96DAC541-7B7A-43D3-8B79-37D633B846F1}">
                <asvg:svgBlip xmlns:asvg="http://schemas.microsoft.com/office/drawing/2016/SVG/main" r:embed="rId4"/>
              </a:ext>
            </a:extLst>
          </a:blip>
          <a:stretch>
            <a:fillRect/>
          </a:stretch>
        </p:blipFill>
        <p:spPr>
          <a:xfrm>
            <a:off x="402015" y="369234"/>
            <a:ext cx="2091059" cy="437842"/>
          </a:xfrm>
          <a:prstGeom prst="rect">
            <a:avLst/>
          </a:prstGeom>
          <a:noFill/>
          <a:ln cap="flat">
            <a:noFill/>
          </a:ln>
        </p:spPr>
      </p:pic>
      <p:sp>
        <p:nvSpPr>
          <p:cNvPr id="4" name="TextBox 11">
            <a:extLst>
              <a:ext uri="{FF2B5EF4-FFF2-40B4-BE49-F238E27FC236}">
                <a16:creationId xmlns:a16="http://schemas.microsoft.com/office/drawing/2014/main" id="{9013BB19-9BBC-9B97-10CC-2A2CDD9EDC17}"/>
              </a:ext>
            </a:extLst>
          </p:cNvPr>
          <p:cNvSpPr txBox="1"/>
          <p:nvPr/>
        </p:nvSpPr>
        <p:spPr>
          <a:xfrm>
            <a:off x="6859857" y="337770"/>
            <a:ext cx="4938503" cy="64633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FFFFFF"/>
                </a:solidFill>
                <a:uFillTx/>
                <a:latin typeface="NeueHaasGroteskDisp Pro" pitchFamily="34"/>
              </a:rPr>
              <a:t>Connect, Optimize, Grow</a:t>
            </a:r>
            <a:endParaRPr lang="en-SG" sz="3600" b="0" i="0" u="none" strike="noStrike" kern="1200" cap="none" spc="0" baseline="0">
              <a:solidFill>
                <a:srgbClr val="FFFFFF"/>
              </a:solidFill>
              <a:uFillTx/>
              <a:latin typeface="NeueHaasGroteskDisp Pro" pitchFamily="34"/>
            </a:endParaRPr>
          </a:p>
        </p:txBody>
      </p:sp>
      <p:cxnSp>
        <p:nvCxnSpPr>
          <p:cNvPr id="5" name="Straight Connector 14">
            <a:extLst>
              <a:ext uri="{FF2B5EF4-FFF2-40B4-BE49-F238E27FC236}">
                <a16:creationId xmlns:a16="http://schemas.microsoft.com/office/drawing/2014/main" id="{FF8DD90D-EDEC-8379-3FD2-8A671B9EE6D3}"/>
              </a:ext>
            </a:extLst>
          </p:cNvPr>
          <p:cNvCxnSpPr/>
          <p:nvPr/>
        </p:nvCxnSpPr>
        <p:spPr>
          <a:xfrm>
            <a:off x="393640" y="984104"/>
            <a:ext cx="11559168" cy="0"/>
          </a:xfrm>
          <a:prstGeom prst="straightConnector1">
            <a:avLst/>
          </a:prstGeom>
          <a:noFill/>
          <a:ln w="3172" cap="flat">
            <a:solidFill>
              <a:srgbClr val="FFFFFF"/>
            </a:solidFill>
            <a:prstDash val="solid"/>
            <a:miter/>
          </a:ln>
        </p:spPr>
      </p:cxnSp>
      <p:sp>
        <p:nvSpPr>
          <p:cNvPr id="6" name="TextBox 2">
            <a:extLst>
              <a:ext uri="{FF2B5EF4-FFF2-40B4-BE49-F238E27FC236}">
                <a16:creationId xmlns:a16="http://schemas.microsoft.com/office/drawing/2014/main" id="{52427950-67B9-D767-69AE-5950EBE7B732}"/>
              </a:ext>
            </a:extLst>
          </p:cNvPr>
          <p:cNvSpPr txBox="1"/>
          <p:nvPr/>
        </p:nvSpPr>
        <p:spPr>
          <a:xfrm>
            <a:off x="443977" y="1952441"/>
            <a:ext cx="8202905" cy="2000548"/>
          </a:xfrm>
          <a:prstGeom prst="rect">
            <a:avLst/>
          </a:prstGeom>
          <a:noFill/>
          <a:ln cap="flat">
            <a:noFill/>
          </a:ln>
        </p:spPr>
        <p:txBody>
          <a:bodyPr vert="horz" wrap="square" lIns="91440" tIns="45720" rIns="91440" bIns="45720" anchor="t" anchorCtr="0" compatLnSpc="1">
            <a:spAutoFit/>
          </a:bodyPr>
          <a:lstStyle/>
          <a:p>
            <a:pPr fontAlgn="base"/>
            <a:r>
              <a:rPr lang="en-IN" sz="3600" b="1" kern="0">
                <a:solidFill>
                  <a:srgbClr val="FFFF00"/>
                </a:solidFill>
                <a:latin typeface="NeueHaasGroteskDisp Pro Lt" pitchFamily="34"/>
              </a:rPr>
              <a:t>Smart Factory IoT Pulse </a:t>
            </a:r>
            <a:r>
              <a:rPr lang="en-US" sz="3600" b="1" kern="0">
                <a:solidFill>
                  <a:srgbClr val="FFFF00"/>
                </a:solidFill>
                <a:latin typeface="NeueHaasGroteskDisp Pro Lt" pitchFamily="34"/>
              </a:rPr>
              <a:t>Platform​</a:t>
            </a:r>
          </a:p>
          <a:p>
            <a:pPr fontAlgn="base"/>
            <a:r>
              <a:rPr lang="en-US" sz="3600" b="1" kern="0">
                <a:solidFill>
                  <a:srgbClr val="FFFF00"/>
                </a:solidFill>
                <a:latin typeface="NeueHaasGroteskDisp Pro Lt" pitchFamily="34"/>
              </a:rPr>
              <a:t>using Azure &amp; </a:t>
            </a:r>
            <a:r>
              <a:rPr lang="en-US" sz="3600" b="1" kern="0" err="1">
                <a:solidFill>
                  <a:srgbClr val="FFFF00"/>
                </a:solidFill>
                <a:latin typeface="NeueHaasGroteskDisp Pro Lt" pitchFamily="34"/>
              </a:rPr>
              <a:t>GridDB</a:t>
            </a:r>
            <a:r>
              <a:rPr lang="en-US" sz="3600" b="1" kern="0">
                <a:solidFill>
                  <a:srgbClr val="FFFF00"/>
                </a:solidFill>
                <a:latin typeface="NeueHaasGroteskDisp Pro Lt" pitchFamily="34"/>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3200" b="0" i="0" u="none" strike="noStrike" kern="1200" cap="none" spc="0" baseline="0">
              <a:solidFill>
                <a:srgbClr val="FFFF00"/>
              </a:solidFill>
              <a:uFillTx/>
              <a:latin typeface="NeueHaasGroteskDisp Pro Lt"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1">
              <a:solidFill>
                <a:srgbClr val="FFFFFF"/>
              </a:solidFill>
              <a:latin typeface="NeueHaasGroteskDisp Pro Lt" pitchFamily="34"/>
            </a:endParaRPr>
          </a:p>
        </p:txBody>
      </p:sp>
      <p:pic>
        <p:nvPicPr>
          <p:cNvPr id="3074" name="Picture 2">
            <a:extLst>
              <a:ext uri="{FF2B5EF4-FFF2-40B4-BE49-F238E27FC236}">
                <a16:creationId xmlns:a16="http://schemas.microsoft.com/office/drawing/2014/main" id="{30D096C7-4FFF-8167-5B7F-23AFD25DDF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58485" y="4744297"/>
            <a:ext cx="1794323" cy="158137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EC954D9-8EC7-53AB-2B51-C991691BA356}"/>
              </a:ext>
            </a:extLst>
          </p:cNvPr>
          <p:cNvSpPr txBox="1"/>
          <p:nvPr/>
        </p:nvSpPr>
        <p:spPr>
          <a:xfrm>
            <a:off x="10094797" y="6304004"/>
            <a:ext cx="1962647" cy="369324"/>
          </a:xfrm>
          <a:prstGeom prst="rect">
            <a:avLst/>
          </a:prstGeom>
          <a:noFill/>
        </p:spPr>
        <p:txBody>
          <a:bodyPr wrap="square" lIns="91440" tIns="45720" rIns="91440" bIns="45720" rtlCol="0" anchor="t">
            <a:spAutoFit/>
          </a:bodyPr>
          <a:lstStyle/>
          <a:p>
            <a:r>
              <a:rPr lang="en-IN">
                <a:solidFill>
                  <a:srgbClr val="000000"/>
                </a:solidFill>
              </a:rPr>
              <a:t>February 1</a:t>
            </a:r>
            <a:r>
              <a:rPr lang="en-IN" baseline="30000">
                <a:solidFill>
                  <a:srgbClr val="000000"/>
                </a:solidFill>
              </a:rPr>
              <a:t>st</a:t>
            </a:r>
            <a:r>
              <a:rPr lang="en-IN">
                <a:solidFill>
                  <a:srgbClr val="000000"/>
                </a:solidFill>
              </a:rPr>
              <a:t>, 2026</a:t>
            </a:r>
            <a:endParaRPr lang="en-US">
              <a:solidFill>
                <a:srgbClr val="000000"/>
              </a:solidFill>
            </a:endParaRPr>
          </a:p>
        </p:txBody>
      </p:sp>
    </p:spTree>
    <p:extLst>
      <p:ext uri="{BB962C8B-B14F-4D97-AF65-F5344CB8AC3E}">
        <p14:creationId xmlns:p14="http://schemas.microsoft.com/office/powerpoint/2010/main" val="3337408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A5037-AED2-E0F6-29D1-4D3889713ABB}"/>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7D464BE4-4706-D55C-1EF3-0494542A0A88}"/>
              </a:ext>
            </a:extLst>
          </p:cNvPr>
          <p:cNvPicPr>
            <a:picLocks noChangeAspect="1"/>
          </p:cNvPicPr>
          <p:nvPr/>
        </p:nvPicPr>
        <p:blipFill>
          <a:blip r:embed="rId3" cstate="print">
            <a:extLst>
              <a:ext uri="{96DAC541-7B7A-43D3-8B79-37D633B846F1}">
                <asvg:svgBlip xmlns:asvg="http://schemas.microsoft.com/office/drawing/2016/SVG/main" r:embed="rId4"/>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96142C1C-B361-C340-7AC5-A841FBCE81C8}"/>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775DB7B5-78AE-16E3-8C98-E7C02C71AC3F}"/>
              </a:ext>
            </a:extLst>
          </p:cNvPr>
          <p:cNvSpPr/>
          <p:nvPr/>
        </p:nvSpPr>
        <p:spPr>
          <a:xfrm>
            <a:off x="9914401" y="326427"/>
            <a:ext cx="1825848" cy="461665"/>
          </a:xfrm>
          <a:prstGeom prst="rect">
            <a:avLst/>
          </a:prstGeom>
        </p:spPr>
        <p:txBody>
          <a:bodyPr wrap="square" lIns="91440" tIns="45720" rIns="91440" bIns="45720" anchor="t">
            <a:spAutoFit/>
          </a:bodyPr>
          <a:lstStyle/>
          <a:p>
            <a:r>
              <a:rPr lang="en-US" sz="2400">
                <a:solidFill>
                  <a:srgbClr val="FFFF00"/>
                </a:solidFill>
              </a:rPr>
              <a:t>AT A GLANCE</a:t>
            </a:r>
            <a:endParaRPr lang="en-US"/>
          </a:p>
        </p:txBody>
      </p:sp>
      <p:pic>
        <p:nvPicPr>
          <p:cNvPr id="4" name="Graphic 3">
            <a:extLst>
              <a:ext uri="{FF2B5EF4-FFF2-40B4-BE49-F238E27FC236}">
                <a16:creationId xmlns:a16="http://schemas.microsoft.com/office/drawing/2014/main" id="{774FFEBF-BBF1-1E9C-15E5-6CC5AC594186}"/>
              </a:ext>
            </a:extLst>
          </p:cNvPr>
          <p:cNvPicPr>
            <a:picLocks noChangeAspect="1"/>
          </p:cNvPicPr>
          <p:nvPr/>
        </p:nvPicPr>
        <p:blipFill>
          <a:blip r:embed="rId5" cstate="print">
            <a:extLst>
              <a:ext uri="{96DAC541-7B7A-43D3-8B79-37D633B846F1}">
                <asvg:svgBlip xmlns:asvg="http://schemas.microsoft.com/office/drawing/2016/SVG/main" r:embed="rId6"/>
              </a:ext>
            </a:extLst>
          </a:blip>
          <a:stretch>
            <a:fillRect/>
          </a:stretch>
        </p:blipFill>
        <p:spPr>
          <a:xfrm>
            <a:off x="471284" y="266448"/>
            <a:ext cx="2091062" cy="437840"/>
          </a:xfrm>
          <a:prstGeom prst="rect">
            <a:avLst/>
          </a:prstGeom>
        </p:spPr>
      </p:pic>
      <p:cxnSp>
        <p:nvCxnSpPr>
          <p:cNvPr id="5" name="Straight Connector 4">
            <a:extLst>
              <a:ext uri="{FF2B5EF4-FFF2-40B4-BE49-F238E27FC236}">
                <a16:creationId xmlns:a16="http://schemas.microsoft.com/office/drawing/2014/main" id="{C47FB1DB-5A28-0AC5-583C-67791CDE8ABF}"/>
              </a:ext>
            </a:extLst>
          </p:cNvPr>
          <p:cNvCxnSpPr/>
          <p:nvPr/>
        </p:nvCxnSpPr>
        <p:spPr>
          <a:xfrm>
            <a:off x="471284" y="794583"/>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20223683-A7B1-13DE-F752-D6B332EBF095}"/>
              </a:ext>
            </a:extLst>
          </p:cNvPr>
          <p:cNvPicPr>
            <a:picLocks noChangeAspect="1"/>
          </p:cNvPicPr>
          <p:nvPr/>
        </p:nvPicPr>
        <p:blipFill>
          <a:blip r:embed="rId7">
            <a:alphaModFix amt="85000"/>
          </a:blip>
          <a:stretch>
            <a:fillRect/>
          </a:stretch>
        </p:blipFill>
        <p:spPr>
          <a:xfrm>
            <a:off x="1049480" y="984108"/>
            <a:ext cx="9777845" cy="5497741"/>
          </a:xfrm>
          <a:prstGeom prst="rect">
            <a:avLst/>
          </a:prstGeom>
          <a:effectLst>
            <a:outerShdw blurRad="50800" dist="50800" dir="5400000" algn="ctr" rotWithShape="0">
              <a:srgbClr val="000000"/>
            </a:outerShdw>
          </a:effectLst>
        </p:spPr>
      </p:pic>
      <p:graphicFrame>
        <p:nvGraphicFramePr>
          <p:cNvPr id="8" name="Table 7">
            <a:extLst>
              <a:ext uri="{FF2B5EF4-FFF2-40B4-BE49-F238E27FC236}">
                <a16:creationId xmlns:a16="http://schemas.microsoft.com/office/drawing/2014/main" id="{09B6116E-BA82-D7C6-FCA6-6624AFBC9329}"/>
              </a:ext>
            </a:extLst>
          </p:cNvPr>
          <p:cNvGraphicFramePr>
            <a:graphicFrameLocks noGrp="1"/>
          </p:cNvGraphicFramePr>
          <p:nvPr>
            <p:extLst>
              <p:ext uri="{D42A27DB-BD31-4B8C-83A1-F6EECF244321}">
                <p14:modId xmlns:p14="http://schemas.microsoft.com/office/powerpoint/2010/main" val="1243500985"/>
              </p:ext>
            </p:extLst>
          </p:nvPr>
        </p:nvGraphicFramePr>
        <p:xfrm>
          <a:off x="9620825" y="5384570"/>
          <a:ext cx="1206500" cy="1097280"/>
        </p:xfrm>
        <a:graphic>
          <a:graphicData uri="http://schemas.openxmlformats.org/drawingml/2006/table">
            <a:tbl>
              <a:tblPr>
                <a:tableStyleId>{BC89EF96-8CEA-46FF-86C4-4CE0E7609802}</a:tableStyleId>
              </a:tblPr>
              <a:tblGrid>
                <a:gridCol w="609600">
                  <a:extLst>
                    <a:ext uri="{9D8B030D-6E8A-4147-A177-3AD203B41FA5}">
                      <a16:colId xmlns:a16="http://schemas.microsoft.com/office/drawing/2014/main" val="1308106299"/>
                    </a:ext>
                  </a:extLst>
                </a:gridCol>
                <a:gridCol w="596900">
                  <a:extLst>
                    <a:ext uri="{9D8B030D-6E8A-4147-A177-3AD203B41FA5}">
                      <a16:colId xmlns:a16="http://schemas.microsoft.com/office/drawing/2014/main" val="3659024528"/>
                    </a:ext>
                  </a:extLst>
                </a:gridCol>
              </a:tblGrid>
              <a:tr h="365760">
                <a:tc>
                  <a:txBody>
                    <a:bodyPr/>
                    <a:lstStyle/>
                    <a:p>
                      <a:pPr algn="ctr" fontAlgn="b">
                        <a:buNone/>
                      </a:pPr>
                      <a:r>
                        <a:rPr lang="en-IN" sz="1100" b="1" u="none" strike="noStrike">
                          <a:effectLst/>
                        </a:rPr>
                        <a:t># of </a:t>
                      </a:r>
                      <a:br>
                        <a:rPr lang="en-IN" sz="1100" b="1" u="none" strike="noStrike">
                          <a:effectLst/>
                        </a:rPr>
                      </a:br>
                      <a:r>
                        <a:rPr lang="en-IN" sz="1100" b="1" u="none" strike="noStrike">
                          <a:effectLst/>
                        </a:rPr>
                        <a:t>Machines</a:t>
                      </a:r>
                      <a:endParaRPr lang="en-IN" sz="1100" b="1"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IN" sz="1100" b="1" u="none" strike="noStrike">
                          <a:effectLst/>
                        </a:rPr>
                        <a:t>Data Size Per day</a:t>
                      </a:r>
                      <a:endParaRPr lang="en-IN" sz="1100" b="1"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081844756"/>
                  </a:ext>
                </a:extLst>
              </a:tr>
              <a:tr h="182880">
                <a:tc>
                  <a:txBody>
                    <a:bodyPr/>
                    <a:lstStyle/>
                    <a:p>
                      <a:pPr algn="r" fontAlgn="b">
                        <a:buNone/>
                      </a:pPr>
                      <a:r>
                        <a:rPr lang="en-IN" sz="1100" u="none" strike="noStrike">
                          <a:effectLst/>
                        </a:rPr>
                        <a:t>10</a:t>
                      </a:r>
                      <a:endParaRPr lang="en-IN"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IN" sz="1100" u="none" strike="noStrike">
                          <a:effectLst/>
                        </a:rPr>
                        <a:t>    1 GB</a:t>
                      </a:r>
                      <a:endParaRPr lang="en-IN"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336976376"/>
                  </a:ext>
                </a:extLst>
              </a:tr>
              <a:tr h="182880">
                <a:tc>
                  <a:txBody>
                    <a:bodyPr/>
                    <a:lstStyle/>
                    <a:p>
                      <a:pPr algn="r" fontAlgn="b">
                        <a:buNone/>
                      </a:pPr>
                      <a:r>
                        <a:rPr lang="en-IN" sz="1100" u="none" strike="noStrike">
                          <a:effectLst/>
                        </a:rPr>
                        <a:t>100</a:t>
                      </a:r>
                      <a:endParaRPr lang="en-IN"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IN" sz="1100" u="none" strike="noStrike">
                          <a:effectLst/>
                        </a:rPr>
                        <a:t>    10 GB</a:t>
                      </a:r>
                      <a:endParaRPr lang="en-IN"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429986999"/>
                  </a:ext>
                </a:extLst>
              </a:tr>
              <a:tr h="182880">
                <a:tc>
                  <a:txBody>
                    <a:bodyPr/>
                    <a:lstStyle/>
                    <a:p>
                      <a:pPr algn="r" fontAlgn="b">
                        <a:buNone/>
                      </a:pPr>
                      <a:r>
                        <a:rPr lang="en-IN" sz="1100" u="none" strike="noStrike">
                          <a:effectLst/>
                        </a:rPr>
                        <a:t>1000</a:t>
                      </a:r>
                      <a:endParaRPr lang="en-IN"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IN" sz="1100" u="none" strike="noStrike">
                          <a:effectLst/>
                        </a:rPr>
                        <a:t>    100 GB</a:t>
                      </a:r>
                      <a:endParaRPr lang="en-IN"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534224839"/>
                  </a:ext>
                </a:extLst>
              </a:tr>
              <a:tr h="182880">
                <a:tc>
                  <a:txBody>
                    <a:bodyPr/>
                    <a:lstStyle/>
                    <a:p>
                      <a:pPr algn="r" fontAlgn="b">
                        <a:buNone/>
                      </a:pPr>
                      <a:r>
                        <a:rPr lang="en-IN" sz="1100" u="none" strike="noStrike">
                          <a:effectLst/>
                        </a:rPr>
                        <a:t>10000</a:t>
                      </a:r>
                      <a:endParaRPr lang="en-IN" sz="1100" b="0" i="0" u="none" strike="noStrike">
                        <a:solidFill>
                          <a:srgbClr val="000000"/>
                        </a:solidFill>
                        <a:effectLst/>
                        <a:latin typeface="Aptos Narrow" panose="020B0004020202020204" pitchFamily="34" charset="0"/>
                      </a:endParaRPr>
                    </a:p>
                  </a:txBody>
                  <a:tcPr marL="7620" marR="7620" marT="7620" marB="0" anchor="b"/>
                </a:tc>
                <a:tc>
                  <a:txBody>
                    <a:bodyPr/>
                    <a:lstStyle/>
                    <a:p>
                      <a:pPr algn="l" fontAlgn="b">
                        <a:buNone/>
                      </a:pPr>
                      <a:r>
                        <a:rPr lang="en-IN" sz="1100" u="none" strike="noStrike">
                          <a:effectLst/>
                        </a:rPr>
                        <a:t>    1 TB</a:t>
                      </a:r>
                      <a:endParaRPr lang="en-IN" sz="11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833580597"/>
                  </a:ext>
                </a:extLst>
              </a:tr>
            </a:tbl>
          </a:graphicData>
        </a:graphic>
      </p:graphicFrame>
    </p:spTree>
    <p:extLst>
      <p:ext uri="{BB962C8B-B14F-4D97-AF65-F5344CB8AC3E}">
        <p14:creationId xmlns:p14="http://schemas.microsoft.com/office/powerpoint/2010/main" val="1298271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A3C2D6D-70D6-46C9-3EAE-51B1AC550B6F}"/>
              </a:ext>
            </a:extLst>
          </p:cNvPr>
          <p:cNvPicPr>
            <a:picLocks noChangeAspect="1"/>
          </p:cNvPicPr>
          <p:nvPr/>
        </p:nvPicPr>
        <p:blipFill>
          <a:blip r:embed="rId3" cstate="print">
            <a:extLst>
              <a:ext uri="{96DAC541-7B7A-43D3-8B79-37D633B846F1}">
                <asvg:svgBlip xmlns:asvg="http://schemas.microsoft.com/office/drawing/2016/SVG/main" r:embed="rId4"/>
              </a:ext>
            </a:extLst>
          </a:blip>
          <a:stretch>
            <a:fillRect/>
          </a:stretch>
        </p:blipFill>
        <p:spPr>
          <a:xfrm>
            <a:off x="402012" y="369234"/>
            <a:ext cx="2091062" cy="437840"/>
          </a:xfrm>
          <a:prstGeom prst="rect">
            <a:avLst/>
          </a:prstGeom>
        </p:spPr>
      </p:pic>
      <p:cxnSp>
        <p:nvCxnSpPr>
          <p:cNvPr id="15" name="Straight Connector 14">
            <a:extLst>
              <a:ext uri="{FF2B5EF4-FFF2-40B4-BE49-F238E27FC236}">
                <a16:creationId xmlns:a16="http://schemas.microsoft.com/office/drawing/2014/main" id="{D40FAA3F-D69D-A22B-70D6-E6C27BCDCDC0}"/>
              </a:ext>
            </a:extLst>
          </p:cNvPr>
          <p:cNvCxnSpPr/>
          <p:nvPr/>
        </p:nvCxnSpPr>
        <p:spPr>
          <a:xfrm>
            <a:off x="393643" y="984108"/>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2050" name="AutoShape 2" descr="https://inc-powerpoint.officeapps.live.com/pods/GetClipboardImage.ashx?Id=be830a55-98b3-41db-a3f6-58bab4f9036f&amp;DC=IN4&amp;pkey=2eab2971-94e1-4739-b78a-7b46dc3df964&amp;wdwaccluster=IN4"/>
          <p:cNvSpPr>
            <a:spLocks noChangeAspect="1" noChangeArrowheads="1"/>
          </p:cNvSpPr>
          <p:nvPr/>
        </p:nvSpPr>
        <p:spPr bwMode="auto">
          <a:xfrm>
            <a:off x="21272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https://inc-powerpoint.officeapps.live.com/pods/GetClipboardImage.ashx?Id=be830a55-98b3-41db-a3f6-58bab4f9036f&amp;DC=IN4&amp;pkey=2eab2971-94e1-4739-b78a-7b46dc3df964&amp;wdwaccluster=IN4"/>
          <p:cNvSpPr>
            <a:spLocks noChangeAspect="1" noChangeArrowheads="1"/>
          </p:cNvSpPr>
          <p:nvPr/>
        </p:nvSpPr>
        <p:spPr bwMode="auto">
          <a:xfrm>
            <a:off x="21272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 name="Rectangle 8"/>
          <p:cNvSpPr/>
          <p:nvPr/>
        </p:nvSpPr>
        <p:spPr>
          <a:xfrm>
            <a:off x="503945" y="1268739"/>
            <a:ext cx="11338560" cy="5262979"/>
          </a:xfrm>
          <a:prstGeom prst="rect">
            <a:avLst/>
          </a:prstGeom>
        </p:spPr>
        <p:txBody>
          <a:bodyPr wrap="square" lIns="91440" tIns="45720" rIns="91440" bIns="45720" anchor="t">
            <a:spAutoFit/>
          </a:bodyPr>
          <a:lstStyle/>
          <a:p>
            <a:pPr algn="just"/>
            <a:r>
              <a:rPr lang="en-US" sz="2800">
                <a:solidFill>
                  <a:schemeClr val="bg1"/>
                </a:solidFill>
                <a:ea typeface="Calibri"/>
                <a:cs typeface="Calibri"/>
              </a:rPr>
              <a:t>IoT customers demand more than raw data—they want insights into </a:t>
            </a:r>
          </a:p>
          <a:p>
            <a:pPr marL="457200" indent="-457200" algn="just">
              <a:buFont typeface="Arial" panose="020B0604020202020204" pitchFamily="34" charset="0"/>
              <a:buChar char="•"/>
            </a:pPr>
            <a:r>
              <a:rPr lang="en-US" sz="2800">
                <a:solidFill>
                  <a:schemeClr val="bg1"/>
                </a:solidFill>
                <a:ea typeface="Calibri"/>
                <a:cs typeface="Calibri"/>
              </a:rPr>
              <a:t>what happened</a:t>
            </a:r>
          </a:p>
          <a:p>
            <a:pPr marL="457200" indent="-457200" algn="just">
              <a:buFont typeface="Arial" panose="020B0604020202020204" pitchFamily="34" charset="0"/>
              <a:buChar char="•"/>
            </a:pPr>
            <a:r>
              <a:rPr lang="en-US" sz="2800">
                <a:solidFill>
                  <a:schemeClr val="bg1"/>
                </a:solidFill>
                <a:ea typeface="Calibri"/>
                <a:cs typeface="Calibri"/>
              </a:rPr>
              <a:t>what’s happening now</a:t>
            </a:r>
          </a:p>
          <a:p>
            <a:pPr marL="457200" indent="-457200" algn="just">
              <a:buFont typeface="Arial" panose="020B0604020202020204" pitchFamily="34" charset="0"/>
              <a:buChar char="•"/>
            </a:pPr>
            <a:r>
              <a:rPr lang="en-US" sz="2800">
                <a:solidFill>
                  <a:schemeClr val="bg1"/>
                </a:solidFill>
                <a:ea typeface="Calibri"/>
                <a:cs typeface="Calibri"/>
              </a:rPr>
              <a:t>what will happen next</a:t>
            </a:r>
          </a:p>
          <a:p>
            <a:pPr marL="457200" indent="-457200" algn="just">
              <a:buFont typeface="Arial" panose="020B0604020202020204" pitchFamily="34" charset="0"/>
              <a:buChar char="•"/>
            </a:pPr>
            <a:r>
              <a:rPr lang="en-US" sz="2800">
                <a:solidFill>
                  <a:schemeClr val="bg1"/>
                </a:solidFill>
                <a:ea typeface="Calibri"/>
                <a:cs typeface="Calibri"/>
              </a:rPr>
              <a:t>and what they can do about it</a:t>
            </a:r>
          </a:p>
          <a:p>
            <a:pPr algn="just"/>
            <a:endParaRPr lang="en-US" sz="2800" i="1">
              <a:solidFill>
                <a:schemeClr val="bg1"/>
              </a:solidFill>
              <a:ea typeface="Calibri"/>
              <a:cs typeface="Calibri"/>
            </a:endParaRPr>
          </a:p>
          <a:p>
            <a:pPr algn="just"/>
            <a:r>
              <a:rPr lang="en-US" sz="2800">
                <a:solidFill>
                  <a:schemeClr val="bg1"/>
                </a:solidFill>
                <a:ea typeface="Calibri"/>
                <a:cs typeface="Calibri"/>
              </a:rPr>
              <a:t>When millions of time-series records stream in every millisecond, traditional databases hit their limits—performance drops, scalability fails.</a:t>
            </a:r>
          </a:p>
          <a:p>
            <a:pPr algn="just"/>
            <a:endParaRPr lang="en-US" sz="2800">
              <a:solidFill>
                <a:schemeClr val="bg1"/>
              </a:solidFill>
              <a:ea typeface="Calibri"/>
              <a:cs typeface="Calibri"/>
            </a:endParaRPr>
          </a:p>
          <a:p>
            <a:pPr algn="just"/>
            <a:r>
              <a:rPr lang="en-US" sz="2800" b="1">
                <a:solidFill>
                  <a:schemeClr val="bg1"/>
                </a:solidFill>
                <a:ea typeface="Calibri"/>
                <a:cs typeface="Calibri"/>
              </a:rPr>
              <a:t>The challenge</a:t>
            </a:r>
            <a:r>
              <a:rPr lang="en-US" sz="2800">
                <a:solidFill>
                  <a:schemeClr val="bg1"/>
                </a:solidFill>
                <a:ea typeface="Calibri"/>
                <a:cs typeface="Calibri"/>
              </a:rPr>
              <a:t>: build systems and tools leveraging a database that is scalable, high-performing, and always available to unlock the true power of IoT.</a:t>
            </a:r>
          </a:p>
          <a:p>
            <a:endParaRPr lang="en-US" sz="2800">
              <a:solidFill>
                <a:schemeClr val="bg1"/>
              </a:solidFill>
              <a:ea typeface="Calibri"/>
              <a:cs typeface="Calibri"/>
            </a:endParaRPr>
          </a:p>
        </p:txBody>
      </p:sp>
      <p:sp>
        <p:nvSpPr>
          <p:cNvPr id="10" name="TextBox 9"/>
          <p:cNvSpPr txBox="1"/>
          <p:nvPr/>
        </p:nvSpPr>
        <p:spPr>
          <a:xfrm>
            <a:off x="8899584" y="522443"/>
            <a:ext cx="3169586" cy="461665"/>
          </a:xfrm>
          <a:prstGeom prst="rect">
            <a:avLst/>
          </a:prstGeom>
          <a:noFill/>
        </p:spPr>
        <p:txBody>
          <a:bodyPr wrap="square" rtlCol="0">
            <a:spAutoFit/>
          </a:bodyPr>
          <a:lstStyle/>
          <a:p>
            <a:pPr algn="ctr"/>
            <a:r>
              <a:rPr lang="en-IN" sz="2400">
                <a:solidFill>
                  <a:srgbClr val="FFFF00"/>
                </a:solidFill>
              </a:rPr>
              <a:t>PROBLEM STATEMENT</a:t>
            </a:r>
          </a:p>
        </p:txBody>
      </p:sp>
    </p:spTree>
    <p:extLst>
      <p:ext uri="{BB962C8B-B14F-4D97-AF65-F5344CB8AC3E}">
        <p14:creationId xmlns:p14="http://schemas.microsoft.com/office/powerpoint/2010/main" val="1853920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0463E-7E1E-AB18-83A2-01EA94EE2D79}"/>
            </a:ext>
          </a:extLst>
        </p:cNvPr>
        <p:cNvGrpSpPr/>
        <p:nvPr/>
      </p:nvGrpSpPr>
      <p:grpSpPr>
        <a:xfrm>
          <a:off x="0" y="0"/>
          <a:ext cx="0" cy="0"/>
          <a:chOff x="0" y="0"/>
          <a:chExt cx="0" cy="0"/>
        </a:xfrm>
      </p:grpSpPr>
      <p:pic>
        <p:nvPicPr>
          <p:cNvPr id="5" name="Graphic 4">
            <a:extLst>
              <a:ext uri="{FF2B5EF4-FFF2-40B4-BE49-F238E27FC236}">
                <a16:creationId xmlns:a16="http://schemas.microsoft.com/office/drawing/2014/main" id="{907ABA1C-A40B-AF3E-F2D1-1F7C3E20D013}"/>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402012" y="369234"/>
            <a:ext cx="2091062" cy="437840"/>
          </a:xfrm>
          <a:prstGeom prst="rect">
            <a:avLst/>
          </a:prstGeom>
        </p:spPr>
      </p:pic>
      <p:cxnSp>
        <p:nvCxnSpPr>
          <p:cNvPr id="15" name="Straight Connector 14">
            <a:extLst>
              <a:ext uri="{FF2B5EF4-FFF2-40B4-BE49-F238E27FC236}">
                <a16:creationId xmlns:a16="http://schemas.microsoft.com/office/drawing/2014/main" id="{73D911D3-F16F-1BCC-47CF-D71582D83156}"/>
              </a:ext>
            </a:extLst>
          </p:cNvPr>
          <p:cNvCxnSpPr/>
          <p:nvPr/>
        </p:nvCxnSpPr>
        <p:spPr>
          <a:xfrm>
            <a:off x="393643" y="984108"/>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2050" name="AutoShape 2" descr="https://inc-powerpoint.officeapps.live.com/pods/GetClipboardImage.ashx?Id=be830a55-98b3-41db-a3f6-58bab4f9036f&amp;DC=IN4&amp;pkey=2eab2971-94e1-4739-b78a-7b46dc3df964&amp;wdwaccluster=IN4">
            <a:extLst>
              <a:ext uri="{FF2B5EF4-FFF2-40B4-BE49-F238E27FC236}">
                <a16:creationId xmlns:a16="http://schemas.microsoft.com/office/drawing/2014/main" id="{8F119CC5-BAD6-651E-A63D-5F2F75E79BD0}"/>
              </a:ext>
            </a:extLst>
          </p:cNvPr>
          <p:cNvSpPr>
            <a:spLocks noChangeAspect="1" noChangeArrowheads="1"/>
          </p:cNvSpPr>
          <p:nvPr/>
        </p:nvSpPr>
        <p:spPr bwMode="auto">
          <a:xfrm>
            <a:off x="21272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https://inc-powerpoint.officeapps.live.com/pods/GetClipboardImage.ashx?Id=be830a55-98b3-41db-a3f6-58bab4f9036f&amp;DC=IN4&amp;pkey=2eab2971-94e1-4739-b78a-7b46dc3df964&amp;wdwaccluster=IN4">
            <a:extLst>
              <a:ext uri="{FF2B5EF4-FFF2-40B4-BE49-F238E27FC236}">
                <a16:creationId xmlns:a16="http://schemas.microsoft.com/office/drawing/2014/main" id="{91DA1CBB-6213-4BE8-505C-8199F467579C}"/>
              </a:ext>
            </a:extLst>
          </p:cNvPr>
          <p:cNvSpPr>
            <a:spLocks noChangeAspect="1" noChangeArrowheads="1"/>
          </p:cNvSpPr>
          <p:nvPr/>
        </p:nvSpPr>
        <p:spPr bwMode="auto">
          <a:xfrm>
            <a:off x="21272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2C8787C6-78E3-A676-97ED-19F13CFA92E5}"/>
              </a:ext>
            </a:extLst>
          </p:cNvPr>
          <p:cNvSpPr/>
          <p:nvPr/>
        </p:nvSpPr>
        <p:spPr>
          <a:xfrm>
            <a:off x="562708" y="1582341"/>
            <a:ext cx="11338560" cy="4893647"/>
          </a:xfrm>
          <a:prstGeom prst="rect">
            <a:avLst/>
          </a:prstGeom>
        </p:spPr>
        <p:txBody>
          <a:bodyPr wrap="square" lIns="91440" tIns="45720" rIns="91440" bIns="45720" anchor="t">
            <a:spAutoFit/>
          </a:bodyPr>
          <a:lstStyle/>
          <a:p>
            <a:pPr fontAlgn="base"/>
            <a:r>
              <a:rPr lang="en-US" sz="3200">
                <a:solidFill>
                  <a:schemeClr val="bg1"/>
                </a:solidFill>
              </a:rPr>
              <a:t>IoT Devices send telemetry data (Digital Input Signal, Current, Energy Consumption, Power and Voltage Monitoring) .​</a:t>
            </a:r>
          </a:p>
          <a:p>
            <a:pPr fontAlgn="base"/>
            <a:endParaRPr lang="en-US" sz="3200">
              <a:solidFill>
                <a:schemeClr val="bg1"/>
              </a:solidFill>
            </a:endParaRPr>
          </a:p>
          <a:p>
            <a:pPr fontAlgn="base"/>
            <a:r>
              <a:rPr lang="en-US" sz="3200">
                <a:solidFill>
                  <a:schemeClr val="bg1"/>
                </a:solidFill>
              </a:rPr>
              <a:t>Azure IoT Hub handles ingestion.​</a:t>
            </a:r>
            <a:endParaRPr lang="en-US" sz="3200">
              <a:solidFill>
                <a:schemeClr val="bg1"/>
              </a:solidFill>
              <a:ea typeface="Calibri"/>
              <a:cs typeface="Calibri"/>
            </a:endParaRPr>
          </a:p>
          <a:p>
            <a:pPr fontAlgn="base"/>
            <a:endParaRPr lang="en-US" sz="3200">
              <a:solidFill>
                <a:schemeClr val="bg1"/>
              </a:solidFill>
            </a:endParaRPr>
          </a:p>
          <a:p>
            <a:pPr fontAlgn="base"/>
            <a:r>
              <a:rPr lang="en-US" sz="3200">
                <a:solidFill>
                  <a:schemeClr val="bg1"/>
                </a:solidFill>
              </a:rPr>
              <a:t>Grid DB stores telemetry &amp; configuration.</a:t>
            </a:r>
            <a:endParaRPr lang="en-US" sz="3200">
              <a:solidFill>
                <a:schemeClr val="bg1"/>
              </a:solidFill>
              <a:ea typeface="Calibri"/>
              <a:cs typeface="Calibri"/>
            </a:endParaRPr>
          </a:p>
          <a:p>
            <a:pPr fontAlgn="base"/>
            <a:r>
              <a:rPr lang="en-US" sz="3200">
                <a:solidFill>
                  <a:schemeClr val="bg1"/>
                </a:solidFill>
              </a:rPr>
              <a:t>​</a:t>
            </a:r>
            <a:endParaRPr lang="en-US" sz="3200">
              <a:solidFill>
                <a:schemeClr val="bg1"/>
              </a:solidFill>
              <a:ea typeface="Calibri"/>
              <a:cs typeface="Calibri"/>
            </a:endParaRPr>
          </a:p>
          <a:p>
            <a:pPr fontAlgn="base"/>
            <a:r>
              <a:rPr lang="en-US" sz="3200">
                <a:solidFill>
                  <a:schemeClr val="bg1"/>
                </a:solidFill>
              </a:rPr>
              <a:t>Angular UI visualizes real-time data.</a:t>
            </a:r>
            <a:endParaRPr lang="en-US" sz="3200">
              <a:solidFill>
                <a:schemeClr val="bg1"/>
              </a:solidFill>
              <a:ea typeface="Calibri"/>
              <a:cs typeface="Calibri"/>
            </a:endParaRPr>
          </a:p>
          <a:p>
            <a:endParaRPr lang="en-US" sz="2800">
              <a:solidFill>
                <a:schemeClr val="bg1"/>
              </a:solidFill>
            </a:endParaRPr>
          </a:p>
          <a:p>
            <a:endParaRPr lang="en-US" sz="2800">
              <a:solidFill>
                <a:schemeClr val="bg1"/>
              </a:solidFill>
            </a:endParaRPr>
          </a:p>
        </p:txBody>
      </p:sp>
      <p:sp>
        <p:nvSpPr>
          <p:cNvPr id="10" name="TextBox 9">
            <a:extLst>
              <a:ext uri="{FF2B5EF4-FFF2-40B4-BE49-F238E27FC236}">
                <a16:creationId xmlns:a16="http://schemas.microsoft.com/office/drawing/2014/main" id="{AA0873ED-F349-A3EA-3F08-D49D764A73C5}"/>
              </a:ext>
            </a:extLst>
          </p:cNvPr>
          <p:cNvSpPr txBox="1"/>
          <p:nvPr/>
        </p:nvSpPr>
        <p:spPr>
          <a:xfrm>
            <a:off x="9035348" y="522443"/>
            <a:ext cx="2917459" cy="461665"/>
          </a:xfrm>
          <a:prstGeom prst="rect">
            <a:avLst/>
          </a:prstGeom>
          <a:noFill/>
        </p:spPr>
        <p:txBody>
          <a:bodyPr wrap="square" rtlCol="0">
            <a:spAutoFit/>
          </a:bodyPr>
          <a:lstStyle/>
          <a:p>
            <a:pPr algn="ctr"/>
            <a:r>
              <a:rPr lang="en-IN" sz="2400">
                <a:solidFill>
                  <a:srgbClr val="FFFF00"/>
                </a:solidFill>
              </a:rPr>
              <a:t>SOLUTION OVERVIEW</a:t>
            </a:r>
            <a:endParaRPr lang="en-US" sz="2400">
              <a:solidFill>
                <a:srgbClr val="FFFF00"/>
              </a:solidFill>
            </a:endParaRPr>
          </a:p>
        </p:txBody>
      </p:sp>
      <p:pic>
        <p:nvPicPr>
          <p:cNvPr id="2" name="Picture 1" descr="A white box with buttons and a black wire&#10;&#10;AI-generated content may be incorrect.">
            <a:extLst>
              <a:ext uri="{FF2B5EF4-FFF2-40B4-BE49-F238E27FC236}">
                <a16:creationId xmlns:a16="http://schemas.microsoft.com/office/drawing/2014/main" id="{E1EEBE19-D36F-7214-F2B7-743DEED88C33}"/>
              </a:ext>
            </a:extLst>
          </p:cNvPr>
          <p:cNvPicPr>
            <a:picLocks noChangeAspect="1"/>
          </p:cNvPicPr>
          <p:nvPr/>
        </p:nvPicPr>
        <p:blipFill>
          <a:blip r:embed="rId4"/>
          <a:stretch>
            <a:fillRect/>
          </a:stretch>
        </p:blipFill>
        <p:spPr>
          <a:xfrm>
            <a:off x="7766539" y="2947132"/>
            <a:ext cx="3233616" cy="2477966"/>
          </a:xfrm>
          <a:prstGeom prst="rect">
            <a:avLst/>
          </a:prstGeom>
        </p:spPr>
      </p:pic>
    </p:spTree>
    <p:extLst>
      <p:ext uri="{BB962C8B-B14F-4D97-AF65-F5344CB8AC3E}">
        <p14:creationId xmlns:p14="http://schemas.microsoft.com/office/powerpoint/2010/main" val="2833550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E08FB-F378-C0F3-1D5F-8D19A945A1EC}"/>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C228F9D8-BA34-F798-CDF1-7E86A97CF96B}"/>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71700B3E-A26A-8551-5D91-4314F49169AD}"/>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356AB089-8354-2E01-0C60-A137518F18D5}"/>
              </a:ext>
            </a:extLst>
          </p:cNvPr>
          <p:cNvSpPr/>
          <p:nvPr/>
        </p:nvSpPr>
        <p:spPr>
          <a:xfrm>
            <a:off x="378487" y="1959334"/>
            <a:ext cx="4812389" cy="3785652"/>
          </a:xfrm>
          <a:prstGeom prst="rect">
            <a:avLst/>
          </a:prstGeom>
        </p:spPr>
        <p:txBody>
          <a:bodyPr wrap="square">
            <a:spAutoFit/>
          </a:bodyPr>
          <a:lstStyle/>
          <a:p>
            <a:pPr algn="just"/>
            <a:r>
              <a:rPr lang="en-US" sz="2000" b="1">
                <a:solidFill>
                  <a:schemeClr val="bg1"/>
                </a:solidFill>
              </a:rPr>
              <a:t>Tenant-based device management</a:t>
            </a:r>
          </a:p>
          <a:p>
            <a:pPr algn="just"/>
            <a:r>
              <a:rPr lang="en-US" sz="2000">
                <a:solidFill>
                  <a:schemeClr val="bg1"/>
                </a:solidFill>
              </a:rPr>
              <a:t>​</a:t>
            </a:r>
          </a:p>
          <a:p>
            <a:pPr algn="just"/>
            <a:r>
              <a:rPr lang="en-US" sz="2000">
                <a:solidFill>
                  <a:schemeClr val="bg1"/>
                </a:solidFill>
              </a:rPr>
              <a:t>Real-time sensor values and device status.</a:t>
            </a:r>
          </a:p>
          <a:p>
            <a:pPr algn="just"/>
            <a:r>
              <a:rPr lang="en-US" sz="2000">
                <a:solidFill>
                  <a:schemeClr val="bg1"/>
                </a:solidFill>
              </a:rPr>
              <a:t>​</a:t>
            </a:r>
          </a:p>
          <a:p>
            <a:pPr algn="just"/>
            <a:r>
              <a:rPr lang="en-US" sz="2000">
                <a:solidFill>
                  <a:schemeClr val="bg1"/>
                </a:solidFill>
              </a:rPr>
              <a:t>Historical trend analysis and reports.​</a:t>
            </a:r>
          </a:p>
          <a:p>
            <a:pPr algn="just"/>
            <a:endParaRPr lang="en-US" sz="2000">
              <a:solidFill>
                <a:schemeClr val="bg1"/>
              </a:solidFill>
            </a:endParaRPr>
          </a:p>
          <a:p>
            <a:pPr algn="just"/>
            <a:r>
              <a:rPr lang="en-US" sz="2000">
                <a:solidFill>
                  <a:schemeClr val="bg1"/>
                </a:solidFill>
              </a:rPr>
              <a:t>Angular-based custom dashboard UI.​</a:t>
            </a:r>
          </a:p>
          <a:p>
            <a:pPr algn="just"/>
            <a:endParaRPr lang="en-US" sz="2000">
              <a:solidFill>
                <a:schemeClr val="bg1"/>
              </a:solidFill>
            </a:endParaRPr>
          </a:p>
          <a:p>
            <a:pPr algn="just"/>
            <a:r>
              <a:rPr lang="en-US" sz="2000">
                <a:solidFill>
                  <a:schemeClr val="bg1"/>
                </a:solidFill>
              </a:rPr>
              <a:t>Connection status and last-seen tracking.</a:t>
            </a:r>
          </a:p>
          <a:p>
            <a:pPr algn="just">
              <a:buFont typeface="Wingdings" pitchFamily="2" charset="2"/>
              <a:buChar char="q"/>
            </a:pPr>
            <a:endParaRPr lang="en-US" sz="2000">
              <a:solidFill>
                <a:schemeClr val="bg1"/>
              </a:solidFill>
            </a:endParaRPr>
          </a:p>
          <a:p>
            <a:pPr algn="just"/>
            <a:endParaRPr lang="en-US" sz="2000">
              <a:solidFill>
                <a:schemeClr val="bg1"/>
              </a:solidFill>
            </a:endParaRPr>
          </a:p>
          <a:p>
            <a:pPr algn="just">
              <a:buFont typeface="Wingdings" pitchFamily="2" charset="2"/>
              <a:buChar char="q"/>
            </a:pPr>
            <a:endParaRPr lang="en-US" sz="2000"/>
          </a:p>
        </p:txBody>
      </p:sp>
      <p:sp>
        <p:nvSpPr>
          <p:cNvPr id="3" name="Rectangle 2">
            <a:extLst>
              <a:ext uri="{FF2B5EF4-FFF2-40B4-BE49-F238E27FC236}">
                <a16:creationId xmlns:a16="http://schemas.microsoft.com/office/drawing/2014/main" id="{12A261B0-1CF2-D185-F7E7-479FA8BCACCD}"/>
              </a:ext>
            </a:extLst>
          </p:cNvPr>
          <p:cNvSpPr/>
          <p:nvPr/>
        </p:nvSpPr>
        <p:spPr>
          <a:xfrm>
            <a:off x="7464058" y="697916"/>
            <a:ext cx="4880342" cy="461665"/>
          </a:xfrm>
          <a:prstGeom prst="rect">
            <a:avLst/>
          </a:prstGeom>
        </p:spPr>
        <p:txBody>
          <a:bodyPr wrap="square">
            <a:spAutoFit/>
          </a:bodyPr>
          <a:lstStyle/>
          <a:p>
            <a:r>
              <a:rPr lang="en-US" sz="2400">
                <a:solidFill>
                  <a:srgbClr val="FFFF00"/>
                </a:solidFill>
              </a:rPr>
              <a:t>DASHBOARD AND VISUALIZATION</a:t>
            </a:r>
          </a:p>
        </p:txBody>
      </p:sp>
      <p:pic>
        <p:nvPicPr>
          <p:cNvPr id="4" name="Graphic 3">
            <a:extLst>
              <a:ext uri="{FF2B5EF4-FFF2-40B4-BE49-F238E27FC236}">
                <a16:creationId xmlns:a16="http://schemas.microsoft.com/office/drawing/2014/main" id="{7C3A008F-1B4A-5BB9-08F1-67B41532CEC0}"/>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554412" y="521634"/>
            <a:ext cx="2091062" cy="437840"/>
          </a:xfrm>
          <a:prstGeom prst="rect">
            <a:avLst/>
          </a:prstGeom>
        </p:spPr>
      </p:pic>
      <p:cxnSp>
        <p:nvCxnSpPr>
          <p:cNvPr id="5" name="Straight Connector 4">
            <a:extLst>
              <a:ext uri="{FF2B5EF4-FFF2-40B4-BE49-F238E27FC236}">
                <a16:creationId xmlns:a16="http://schemas.microsoft.com/office/drawing/2014/main" id="{6A54018E-EBBC-8721-2F9D-55138C8F37F1}"/>
              </a:ext>
            </a:extLst>
          </p:cNvPr>
          <p:cNvCxnSpPr/>
          <p:nvPr/>
        </p:nvCxnSpPr>
        <p:spPr>
          <a:xfrm>
            <a:off x="546043" y="1136508"/>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A screenshot of a computer&#10;&#10;AI-generated content may be incorrect.">
            <a:extLst>
              <a:ext uri="{FF2B5EF4-FFF2-40B4-BE49-F238E27FC236}">
                <a16:creationId xmlns:a16="http://schemas.microsoft.com/office/drawing/2014/main" id="{1987A809-0514-439C-35D4-A6C641AD2766}"/>
              </a:ext>
            </a:extLst>
          </p:cNvPr>
          <p:cNvPicPr>
            <a:picLocks noChangeAspect="1"/>
          </p:cNvPicPr>
          <p:nvPr/>
        </p:nvPicPr>
        <p:blipFill>
          <a:blip r:embed="rId6"/>
          <a:stretch>
            <a:fillRect/>
          </a:stretch>
        </p:blipFill>
        <p:spPr>
          <a:xfrm>
            <a:off x="6624352" y="1236944"/>
            <a:ext cx="5088956" cy="2718456"/>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5FA1877A-0BA7-9C4D-5037-A8D7C0DBB8DA}"/>
              </a:ext>
            </a:extLst>
          </p:cNvPr>
          <p:cNvPicPr>
            <a:picLocks noChangeAspect="1"/>
          </p:cNvPicPr>
          <p:nvPr/>
        </p:nvPicPr>
        <p:blipFill>
          <a:blip r:embed="rId7"/>
          <a:stretch>
            <a:fillRect/>
          </a:stretch>
        </p:blipFill>
        <p:spPr>
          <a:xfrm>
            <a:off x="6625166" y="4056498"/>
            <a:ext cx="5090583" cy="2671421"/>
          </a:xfrm>
          <a:prstGeom prst="rect">
            <a:avLst/>
          </a:prstGeom>
        </p:spPr>
      </p:pic>
    </p:spTree>
    <p:extLst>
      <p:ext uri="{BB962C8B-B14F-4D97-AF65-F5344CB8AC3E}">
        <p14:creationId xmlns:p14="http://schemas.microsoft.com/office/powerpoint/2010/main" val="3391089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2EA36-A885-4956-DDA8-3AFCD30FB69C}"/>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D3FC4812-6E7E-EF01-79DA-038D23B64201}"/>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97720E89-8C86-6520-9E86-FBE40E0C0731}"/>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6C94EE23-6C0A-6835-209B-AD1461BA275A}"/>
              </a:ext>
            </a:extLst>
          </p:cNvPr>
          <p:cNvSpPr/>
          <p:nvPr/>
        </p:nvSpPr>
        <p:spPr>
          <a:xfrm>
            <a:off x="314987" y="1239667"/>
            <a:ext cx="11268222" cy="3477875"/>
          </a:xfrm>
          <a:prstGeom prst="rect">
            <a:avLst/>
          </a:prstGeom>
        </p:spPr>
        <p:txBody>
          <a:bodyPr wrap="square" lIns="91440" tIns="45720" rIns="91440" bIns="45720" anchor="t">
            <a:spAutoFit/>
          </a:bodyPr>
          <a:lstStyle/>
          <a:p>
            <a:pPr algn="just"/>
            <a:r>
              <a:rPr lang="en-US" sz="2000" b="1">
                <a:solidFill>
                  <a:schemeClr val="bg1"/>
                </a:solidFill>
              </a:rPr>
              <a:t>Azure Logic Apps used for scheduled processing</a:t>
            </a:r>
          </a:p>
          <a:p>
            <a:pPr algn="just"/>
            <a:endParaRPr lang="en-US" sz="2000">
              <a:solidFill>
                <a:schemeClr val="bg1"/>
              </a:solidFill>
            </a:endParaRPr>
          </a:p>
          <a:p>
            <a:pPr algn="just"/>
            <a:r>
              <a:rPr lang="en-US" sz="2000">
                <a:solidFill>
                  <a:schemeClr val="bg1"/>
                </a:solidFill>
              </a:rPr>
              <a:t>Hourly aggregation of raw and calculated data.​</a:t>
            </a:r>
            <a:endParaRPr lang="en-US" sz="2000">
              <a:solidFill>
                <a:schemeClr val="bg1"/>
              </a:solidFill>
              <a:ea typeface="Calibri"/>
              <a:cs typeface="Calibri"/>
            </a:endParaRPr>
          </a:p>
          <a:p>
            <a:pPr algn="just"/>
            <a:endParaRPr lang="en-US" sz="2000">
              <a:solidFill>
                <a:schemeClr val="bg1"/>
              </a:solidFill>
            </a:endParaRPr>
          </a:p>
          <a:p>
            <a:pPr algn="just"/>
            <a:r>
              <a:rPr lang="en-US" sz="2000">
                <a:solidFill>
                  <a:schemeClr val="bg1"/>
                </a:solidFill>
              </a:rPr>
              <a:t>Optimized data availability for reports and dashboards.</a:t>
            </a:r>
            <a:endParaRPr lang="en-US" sz="2000">
              <a:solidFill>
                <a:schemeClr val="bg1"/>
              </a:solidFill>
              <a:ea typeface="Calibri"/>
              <a:cs typeface="Calibri"/>
            </a:endParaRPr>
          </a:p>
          <a:p>
            <a:pPr algn="just"/>
            <a:endParaRPr lang="en-US" sz="2000">
              <a:solidFill>
                <a:schemeClr val="bg1"/>
              </a:solidFill>
              <a:ea typeface="Calibri"/>
              <a:cs typeface="Calibri"/>
            </a:endParaRPr>
          </a:p>
          <a:p>
            <a:pPr algn="just"/>
            <a:r>
              <a:rPr lang="en-US" sz="2000">
                <a:solidFill>
                  <a:schemeClr val="bg1"/>
                </a:solidFill>
                <a:ea typeface="Calibri"/>
                <a:cs typeface="Calibri"/>
              </a:rPr>
              <a:t>Customer can access the Historical report via PDF, Excel or Mail.</a:t>
            </a:r>
          </a:p>
          <a:p>
            <a:pPr algn="just"/>
            <a:endParaRPr lang="en-US" sz="2000">
              <a:solidFill>
                <a:srgbClr val="FFFFFF"/>
              </a:solidFill>
              <a:ea typeface="Calibri"/>
              <a:cs typeface="Calibri"/>
            </a:endParaRPr>
          </a:p>
          <a:p>
            <a:pPr algn="just">
              <a:buFont typeface="Wingdings" pitchFamily="2" charset="2"/>
              <a:buChar char="q"/>
            </a:pPr>
            <a:endParaRPr lang="en-US" sz="2000">
              <a:ea typeface="Calibri"/>
              <a:cs typeface="Calibri"/>
            </a:endParaRPr>
          </a:p>
          <a:p>
            <a:pPr algn="just"/>
            <a:endParaRPr lang="en-US" sz="2000">
              <a:ea typeface="Calibri"/>
              <a:cs typeface="Calibri"/>
            </a:endParaRPr>
          </a:p>
          <a:p>
            <a:pPr algn="just">
              <a:buFont typeface="Wingdings" pitchFamily="2" charset="2"/>
              <a:buChar char="q"/>
            </a:pPr>
            <a:endParaRPr lang="en-US" sz="2000">
              <a:ea typeface="Calibri"/>
              <a:cs typeface="Calibri"/>
            </a:endParaRPr>
          </a:p>
        </p:txBody>
      </p:sp>
      <p:sp>
        <p:nvSpPr>
          <p:cNvPr id="12" name="Rectangle 11">
            <a:extLst>
              <a:ext uri="{FF2B5EF4-FFF2-40B4-BE49-F238E27FC236}">
                <a16:creationId xmlns:a16="http://schemas.microsoft.com/office/drawing/2014/main" id="{A63E4D62-7B27-AFDB-A67D-C0C6DC3FD40A}"/>
              </a:ext>
            </a:extLst>
          </p:cNvPr>
          <p:cNvSpPr/>
          <p:nvPr/>
        </p:nvSpPr>
        <p:spPr>
          <a:xfrm>
            <a:off x="7502014" y="545516"/>
            <a:ext cx="4689986" cy="461665"/>
          </a:xfrm>
          <a:prstGeom prst="rect">
            <a:avLst/>
          </a:prstGeom>
        </p:spPr>
        <p:txBody>
          <a:bodyPr wrap="square">
            <a:spAutoFit/>
          </a:bodyPr>
          <a:lstStyle/>
          <a:p>
            <a:endParaRPr lang="en-US" sz="2400" b="1"/>
          </a:p>
        </p:txBody>
      </p:sp>
      <p:sp>
        <p:nvSpPr>
          <p:cNvPr id="3" name="Rectangle 2">
            <a:extLst>
              <a:ext uri="{FF2B5EF4-FFF2-40B4-BE49-F238E27FC236}">
                <a16:creationId xmlns:a16="http://schemas.microsoft.com/office/drawing/2014/main" id="{E542FF89-FB63-D8F0-8876-DAEC81455043}"/>
              </a:ext>
            </a:extLst>
          </p:cNvPr>
          <p:cNvSpPr/>
          <p:nvPr/>
        </p:nvSpPr>
        <p:spPr>
          <a:xfrm>
            <a:off x="7464058" y="697916"/>
            <a:ext cx="4880342" cy="461665"/>
          </a:xfrm>
          <a:prstGeom prst="rect">
            <a:avLst/>
          </a:prstGeom>
        </p:spPr>
        <p:txBody>
          <a:bodyPr wrap="square">
            <a:spAutoFit/>
          </a:bodyPr>
          <a:lstStyle/>
          <a:p>
            <a:r>
              <a:rPr lang="en-US" sz="2400">
                <a:solidFill>
                  <a:srgbClr val="FFFF00"/>
                </a:solidFill>
              </a:rPr>
              <a:t>AUTOMATION AND AGGREGATION</a:t>
            </a:r>
          </a:p>
        </p:txBody>
      </p:sp>
      <p:pic>
        <p:nvPicPr>
          <p:cNvPr id="4" name="Graphic 3">
            <a:extLst>
              <a:ext uri="{FF2B5EF4-FFF2-40B4-BE49-F238E27FC236}">
                <a16:creationId xmlns:a16="http://schemas.microsoft.com/office/drawing/2014/main" id="{51E73F86-14DA-BE39-DA55-938C2A41F489}"/>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554412" y="521634"/>
            <a:ext cx="2091062" cy="437840"/>
          </a:xfrm>
          <a:prstGeom prst="rect">
            <a:avLst/>
          </a:prstGeom>
        </p:spPr>
      </p:pic>
      <p:cxnSp>
        <p:nvCxnSpPr>
          <p:cNvPr id="5" name="Straight Connector 4">
            <a:extLst>
              <a:ext uri="{FF2B5EF4-FFF2-40B4-BE49-F238E27FC236}">
                <a16:creationId xmlns:a16="http://schemas.microsoft.com/office/drawing/2014/main" id="{B9289BC9-4E2B-9D29-2F07-A5A3DEE95DC6}"/>
              </a:ext>
            </a:extLst>
          </p:cNvPr>
          <p:cNvCxnSpPr/>
          <p:nvPr/>
        </p:nvCxnSpPr>
        <p:spPr>
          <a:xfrm>
            <a:off x="546043" y="1136508"/>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A screenshot of a computer&#10;&#10;AI-generated content may be incorrect.">
            <a:extLst>
              <a:ext uri="{FF2B5EF4-FFF2-40B4-BE49-F238E27FC236}">
                <a16:creationId xmlns:a16="http://schemas.microsoft.com/office/drawing/2014/main" id="{E0A6AD85-678D-3E80-111B-59ED8E43F559}"/>
              </a:ext>
            </a:extLst>
          </p:cNvPr>
          <p:cNvPicPr>
            <a:picLocks noChangeAspect="1"/>
          </p:cNvPicPr>
          <p:nvPr/>
        </p:nvPicPr>
        <p:blipFill>
          <a:blip r:embed="rId6"/>
          <a:stretch>
            <a:fillRect/>
          </a:stretch>
        </p:blipFill>
        <p:spPr>
          <a:xfrm>
            <a:off x="7472137" y="1387231"/>
            <a:ext cx="4428110" cy="4933462"/>
          </a:xfrm>
          <a:prstGeom prst="rect">
            <a:avLst/>
          </a:prstGeom>
        </p:spPr>
      </p:pic>
    </p:spTree>
    <p:extLst>
      <p:ext uri="{BB962C8B-B14F-4D97-AF65-F5344CB8AC3E}">
        <p14:creationId xmlns:p14="http://schemas.microsoft.com/office/powerpoint/2010/main" val="3105328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E0216-A8A8-C5D0-6551-3B5D8A656519}"/>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38C94301-F79E-BFE1-2D2B-2ED6FDAA10DB}"/>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06982B54-1F45-5AF2-1BEA-BFFB8880ADC8}"/>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E54863A-109A-B938-42B1-3A0CD2828CC9}"/>
              </a:ext>
            </a:extLst>
          </p:cNvPr>
          <p:cNvSpPr/>
          <p:nvPr/>
        </p:nvSpPr>
        <p:spPr>
          <a:xfrm>
            <a:off x="2645474" y="2170879"/>
            <a:ext cx="7464238" cy="2215991"/>
          </a:xfrm>
          <a:prstGeom prst="rect">
            <a:avLst/>
          </a:prstGeom>
        </p:spPr>
        <p:txBody>
          <a:bodyPr wrap="square" lIns="91440" tIns="45720" rIns="91440" bIns="45720" anchor="t">
            <a:spAutoFit/>
          </a:bodyPr>
          <a:lstStyle/>
          <a:p>
            <a:pPr algn="just" fontAlgn="base"/>
            <a:r>
              <a:rPr lang="en-US" sz="13800">
                <a:solidFill>
                  <a:schemeClr val="bg1"/>
                </a:solidFill>
              </a:rPr>
              <a:t>DEMO</a:t>
            </a:r>
            <a:endParaRPr lang="en-US" sz="2000"/>
          </a:p>
        </p:txBody>
      </p:sp>
      <p:sp>
        <p:nvSpPr>
          <p:cNvPr id="3" name="Rectangle 2">
            <a:extLst>
              <a:ext uri="{FF2B5EF4-FFF2-40B4-BE49-F238E27FC236}">
                <a16:creationId xmlns:a16="http://schemas.microsoft.com/office/drawing/2014/main" id="{9CE2B5B0-1675-E853-3E40-2EF881C5FBC2}"/>
              </a:ext>
            </a:extLst>
          </p:cNvPr>
          <p:cNvSpPr/>
          <p:nvPr/>
        </p:nvSpPr>
        <p:spPr>
          <a:xfrm>
            <a:off x="8549900" y="726423"/>
            <a:ext cx="3593264" cy="461665"/>
          </a:xfrm>
          <a:prstGeom prst="rect">
            <a:avLst/>
          </a:prstGeom>
        </p:spPr>
        <p:txBody>
          <a:bodyPr wrap="square" lIns="91440" tIns="45720" rIns="91440" bIns="45720" anchor="t">
            <a:spAutoFit/>
          </a:bodyPr>
          <a:lstStyle/>
          <a:p>
            <a:endParaRPr lang="en-US" sz="2400">
              <a:solidFill>
                <a:srgbClr val="FFFF00"/>
              </a:solidFill>
              <a:ea typeface="Calibri"/>
              <a:cs typeface="Calibri"/>
            </a:endParaRPr>
          </a:p>
        </p:txBody>
      </p:sp>
      <p:pic>
        <p:nvPicPr>
          <p:cNvPr id="4" name="Graphic 3">
            <a:extLst>
              <a:ext uri="{FF2B5EF4-FFF2-40B4-BE49-F238E27FC236}">
                <a16:creationId xmlns:a16="http://schemas.microsoft.com/office/drawing/2014/main" id="{A835FA74-2082-5503-1440-4FADBAAACE81}"/>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554412" y="521634"/>
            <a:ext cx="2091062" cy="437840"/>
          </a:xfrm>
          <a:prstGeom prst="rect">
            <a:avLst/>
          </a:prstGeom>
        </p:spPr>
      </p:pic>
      <p:cxnSp>
        <p:nvCxnSpPr>
          <p:cNvPr id="5" name="Straight Connector 4">
            <a:extLst>
              <a:ext uri="{FF2B5EF4-FFF2-40B4-BE49-F238E27FC236}">
                <a16:creationId xmlns:a16="http://schemas.microsoft.com/office/drawing/2014/main" id="{8ED438BB-AC53-9D46-5EAD-AE0DAD11AD1F}"/>
              </a:ext>
            </a:extLst>
          </p:cNvPr>
          <p:cNvCxnSpPr/>
          <p:nvPr/>
        </p:nvCxnSpPr>
        <p:spPr>
          <a:xfrm>
            <a:off x="546043" y="1136508"/>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8694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6CD8A-86CE-EAD5-5274-8660E6AF18F6}"/>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F1A274A1-920B-DC4B-E74D-33C338FE9F3F}"/>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5E7F3908-DACC-3837-257E-EF0325E005A0}"/>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E96BFE00-B60C-AFC6-0929-8FAB72F641B6}"/>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02012" y="369234"/>
            <a:ext cx="2091062" cy="437840"/>
          </a:xfrm>
          <a:prstGeom prst="rect">
            <a:avLst/>
          </a:prstGeom>
        </p:spPr>
      </p:pic>
      <p:cxnSp>
        <p:nvCxnSpPr>
          <p:cNvPr id="4" name="Straight Connector 3">
            <a:extLst>
              <a:ext uri="{FF2B5EF4-FFF2-40B4-BE49-F238E27FC236}">
                <a16:creationId xmlns:a16="http://schemas.microsoft.com/office/drawing/2014/main" id="{9077C38F-7ED4-0566-1803-C591F0054EE6}"/>
              </a:ext>
            </a:extLst>
          </p:cNvPr>
          <p:cNvCxnSpPr/>
          <p:nvPr/>
        </p:nvCxnSpPr>
        <p:spPr>
          <a:xfrm>
            <a:off x="393643" y="984108"/>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D81C189-FFD2-46A9-B3EF-25E6702E48D3}"/>
              </a:ext>
            </a:extLst>
          </p:cNvPr>
          <p:cNvSpPr txBox="1"/>
          <p:nvPr/>
        </p:nvSpPr>
        <p:spPr>
          <a:xfrm>
            <a:off x="8539993" y="582155"/>
            <a:ext cx="3603171" cy="461665"/>
          </a:xfrm>
          <a:prstGeom prst="rect">
            <a:avLst/>
          </a:prstGeom>
          <a:noFill/>
        </p:spPr>
        <p:txBody>
          <a:bodyPr wrap="square" rtlCol="0">
            <a:spAutoFit/>
          </a:bodyPr>
          <a:lstStyle/>
          <a:p>
            <a:pPr algn="ctr"/>
            <a:r>
              <a:rPr lang="en-IN" sz="2400">
                <a:solidFill>
                  <a:srgbClr val="FFFF00"/>
                </a:solidFill>
              </a:rPr>
              <a:t>SYSTEM ARCHITECTURE</a:t>
            </a:r>
          </a:p>
        </p:txBody>
      </p:sp>
      <p:pic>
        <p:nvPicPr>
          <p:cNvPr id="1026" name="Picture 2" descr="A screenshot of a computer&#10;&#10;AI-generated content may be incorrect.">
            <a:extLst>
              <a:ext uri="{FF2B5EF4-FFF2-40B4-BE49-F238E27FC236}">
                <a16:creationId xmlns:a16="http://schemas.microsoft.com/office/drawing/2014/main" id="{0469CF69-AB31-4CCE-644D-95B9C12456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192" y="1161143"/>
            <a:ext cx="11221616" cy="557499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5509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858DD-096F-55EF-9EB8-900634030CD3}"/>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6247D629-5F39-60A4-8BD2-A7C99DE35CE7}"/>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F1B72B7E-1654-79AB-CEEB-62F65DC325AD}"/>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pic>
        <p:nvPicPr>
          <p:cNvPr id="2052" name="Picture 4" descr="A diagram of a certificate&#10;&#10;AI-generated content may be incorrect.">
            <a:extLst>
              <a:ext uri="{FF2B5EF4-FFF2-40B4-BE49-F238E27FC236}">
                <a16:creationId xmlns:a16="http://schemas.microsoft.com/office/drawing/2014/main" id="{B6D22D55-3FA5-93A9-AB92-ADE3338DA5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575" y="3866503"/>
            <a:ext cx="8202897" cy="281858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B03DCCC-6770-1E3B-10E0-1760964ECD2D}"/>
              </a:ext>
            </a:extLst>
          </p:cNvPr>
          <p:cNvSpPr/>
          <p:nvPr/>
        </p:nvSpPr>
        <p:spPr>
          <a:xfrm>
            <a:off x="284908" y="997163"/>
            <a:ext cx="7108972" cy="2872905"/>
          </a:xfrm>
          <a:prstGeom prst="rect">
            <a:avLst/>
          </a:prstGeom>
        </p:spPr>
        <p:txBody>
          <a:bodyPr wrap="square" lIns="91440" tIns="45720" rIns="91440" bIns="45720" anchor="t">
            <a:spAutoFit/>
          </a:bodyPr>
          <a:lstStyle/>
          <a:p>
            <a:pPr fontAlgn="base"/>
            <a:r>
              <a:rPr lang="en-US" sz="2000" b="1">
                <a:solidFill>
                  <a:schemeClr val="bg1"/>
                </a:solidFill>
              </a:rPr>
              <a:t>Each device identified using MAC address as Tenant ID</a:t>
            </a:r>
          </a:p>
          <a:p>
            <a:pPr fontAlgn="base"/>
            <a:r>
              <a:rPr lang="en-US" sz="2000">
                <a:solidFill>
                  <a:schemeClr val="bg1"/>
                </a:solidFill>
              </a:rPr>
              <a:t>​</a:t>
            </a:r>
            <a:endParaRPr lang="en-US" sz="2000">
              <a:solidFill>
                <a:schemeClr val="bg1"/>
              </a:solidFill>
              <a:ea typeface="Calibri"/>
              <a:cs typeface="Calibri"/>
            </a:endParaRPr>
          </a:p>
          <a:p>
            <a:pPr algn="just" fontAlgn="base"/>
            <a:r>
              <a:rPr lang="en-US" sz="2000">
                <a:solidFill>
                  <a:schemeClr val="bg1"/>
                </a:solidFill>
              </a:rPr>
              <a:t>X.509 CA-based certificate authentication.​</a:t>
            </a:r>
            <a:endParaRPr lang="en-US" sz="2000">
              <a:solidFill>
                <a:schemeClr val="bg1"/>
              </a:solidFill>
              <a:ea typeface="Calibri"/>
              <a:cs typeface="Calibri"/>
            </a:endParaRPr>
          </a:p>
          <a:p>
            <a:pPr algn="just" fontAlgn="base"/>
            <a:r>
              <a:rPr lang="en-US" sz="2000">
                <a:solidFill>
                  <a:schemeClr val="bg1"/>
                </a:solidFill>
              </a:rPr>
              <a:t>Certificates (.PEM and private key) generated per device.</a:t>
            </a:r>
            <a:endParaRPr lang="en-US" sz="2000">
              <a:solidFill>
                <a:schemeClr val="bg1"/>
              </a:solidFill>
              <a:ea typeface="Calibri"/>
              <a:cs typeface="Calibri"/>
            </a:endParaRPr>
          </a:p>
          <a:p>
            <a:pPr algn="just" fontAlgn="base"/>
            <a:r>
              <a:rPr lang="en-US" sz="2000">
                <a:solidFill>
                  <a:schemeClr val="bg1"/>
                </a:solidFill>
              </a:rPr>
              <a:t>Azure IoT Hub validates and authenticates devices.​</a:t>
            </a:r>
            <a:endParaRPr lang="en-US" sz="2000">
              <a:solidFill>
                <a:schemeClr val="bg1"/>
              </a:solidFill>
              <a:ea typeface="Calibri"/>
              <a:cs typeface="Calibri"/>
            </a:endParaRPr>
          </a:p>
          <a:p>
            <a:pPr algn="just" fontAlgn="base"/>
            <a:r>
              <a:rPr lang="en-US" sz="2000">
                <a:solidFill>
                  <a:schemeClr val="bg1"/>
                </a:solidFill>
              </a:rPr>
              <a:t>Secure data transmission at 250 milli-second intervals.</a:t>
            </a:r>
            <a:endParaRPr lang="en-US" sz="2000">
              <a:solidFill>
                <a:schemeClr val="bg1"/>
              </a:solidFill>
              <a:ea typeface="Calibri"/>
              <a:cs typeface="Calibri"/>
            </a:endParaRPr>
          </a:p>
          <a:p>
            <a:pPr algn="just"/>
            <a:r>
              <a:rPr lang="en-US" sz="2000">
                <a:solidFill>
                  <a:schemeClr val="bg1"/>
                </a:solidFill>
                <a:ea typeface="Calibri"/>
                <a:cs typeface="Calibri"/>
              </a:rPr>
              <a:t>Data Onboard notification send through any messaging medium (WhatsApp,  Mail, etc.) </a:t>
            </a:r>
          </a:p>
          <a:p>
            <a:pPr algn="just">
              <a:buFont typeface="Wingdings" pitchFamily="2" charset="2"/>
              <a:buChar char="q"/>
            </a:pPr>
            <a:endParaRPr lang="en-US" sz="2000">
              <a:ea typeface="Calibri"/>
              <a:cs typeface="Calibri"/>
            </a:endParaRPr>
          </a:p>
        </p:txBody>
      </p:sp>
      <p:pic>
        <p:nvPicPr>
          <p:cNvPr id="4" name="Graphic 3">
            <a:extLst>
              <a:ext uri="{FF2B5EF4-FFF2-40B4-BE49-F238E27FC236}">
                <a16:creationId xmlns:a16="http://schemas.microsoft.com/office/drawing/2014/main" id="{2A5AA1D4-AE38-B9EE-491D-45B229891D7C}"/>
              </a:ext>
            </a:extLst>
          </p:cNvPr>
          <p:cNvPicPr>
            <a:picLocks noChangeAspect="1"/>
          </p:cNvPicPr>
          <p:nvPr/>
        </p:nvPicPr>
        <p:blipFill>
          <a:blip r:embed="rId5" cstate="print">
            <a:extLst>
              <a:ext uri="{96DAC541-7B7A-43D3-8B79-37D633B846F1}">
                <asvg:svgBlip xmlns:asvg="http://schemas.microsoft.com/office/drawing/2016/SVG/main" r:embed="rId6"/>
              </a:ext>
            </a:extLst>
          </a:blip>
          <a:stretch>
            <a:fillRect/>
          </a:stretch>
        </p:blipFill>
        <p:spPr>
          <a:xfrm>
            <a:off x="402012" y="369234"/>
            <a:ext cx="2091062" cy="437840"/>
          </a:xfrm>
          <a:prstGeom prst="rect">
            <a:avLst/>
          </a:prstGeom>
        </p:spPr>
      </p:pic>
      <p:cxnSp>
        <p:nvCxnSpPr>
          <p:cNvPr id="5" name="Straight Connector 4">
            <a:extLst>
              <a:ext uri="{FF2B5EF4-FFF2-40B4-BE49-F238E27FC236}">
                <a16:creationId xmlns:a16="http://schemas.microsoft.com/office/drawing/2014/main" id="{A54C3C44-4979-BFA0-D6B0-0E22CCB83423}"/>
              </a:ext>
            </a:extLst>
          </p:cNvPr>
          <p:cNvCxnSpPr/>
          <p:nvPr/>
        </p:nvCxnSpPr>
        <p:spPr>
          <a:xfrm>
            <a:off x="393643" y="984108"/>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44A6B0-FD14-025E-A5D6-19C4E534B061}"/>
              </a:ext>
            </a:extLst>
          </p:cNvPr>
          <p:cNvSpPr txBox="1"/>
          <p:nvPr/>
        </p:nvSpPr>
        <p:spPr>
          <a:xfrm>
            <a:off x="5475516" y="522443"/>
            <a:ext cx="6912428" cy="461665"/>
          </a:xfrm>
          <a:prstGeom prst="rect">
            <a:avLst/>
          </a:prstGeom>
          <a:noFill/>
        </p:spPr>
        <p:txBody>
          <a:bodyPr wrap="square" rtlCol="0">
            <a:spAutoFit/>
          </a:bodyPr>
          <a:lstStyle/>
          <a:p>
            <a:pPr algn="ctr"/>
            <a:r>
              <a:rPr lang="en-IN" sz="2400">
                <a:solidFill>
                  <a:srgbClr val="FFFF00"/>
                </a:solidFill>
              </a:rPr>
              <a:t>DEVICE REGISTARATION AND AUTHENTICATION</a:t>
            </a:r>
          </a:p>
        </p:txBody>
      </p:sp>
      <p:pic>
        <p:nvPicPr>
          <p:cNvPr id="7" name="Picture 6" descr="A screenshot of a phone&#10;&#10;AI-generated content may be incorrect.">
            <a:extLst>
              <a:ext uri="{FF2B5EF4-FFF2-40B4-BE49-F238E27FC236}">
                <a16:creationId xmlns:a16="http://schemas.microsoft.com/office/drawing/2014/main" id="{D94E435C-5F67-3753-6E5E-B7DB8427EECE}"/>
              </a:ext>
            </a:extLst>
          </p:cNvPr>
          <p:cNvPicPr>
            <a:picLocks noChangeAspect="1"/>
          </p:cNvPicPr>
          <p:nvPr/>
        </p:nvPicPr>
        <p:blipFill>
          <a:blip r:embed="rId7"/>
          <a:stretch>
            <a:fillRect/>
          </a:stretch>
        </p:blipFill>
        <p:spPr>
          <a:xfrm>
            <a:off x="8934173" y="1084384"/>
            <a:ext cx="2510268" cy="5597770"/>
          </a:xfrm>
          <a:prstGeom prst="rect">
            <a:avLst/>
          </a:prstGeom>
        </p:spPr>
      </p:pic>
    </p:spTree>
    <p:extLst>
      <p:ext uri="{BB962C8B-B14F-4D97-AF65-F5344CB8AC3E}">
        <p14:creationId xmlns:p14="http://schemas.microsoft.com/office/powerpoint/2010/main" val="440760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2FB07-BAAD-A645-6A70-8EEA8556E607}"/>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8BF9FC11-D3B0-BB10-AF17-C78805D03B5A}"/>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E99571F4-377B-8646-F1F8-A5C5AAF3DAC4}"/>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FAFCEA48-E70D-331A-CFB2-F22E8AE2AA38}"/>
              </a:ext>
            </a:extLst>
          </p:cNvPr>
          <p:cNvSpPr/>
          <p:nvPr/>
        </p:nvSpPr>
        <p:spPr>
          <a:xfrm>
            <a:off x="275076" y="1239667"/>
            <a:ext cx="11268222" cy="3170099"/>
          </a:xfrm>
          <a:prstGeom prst="rect">
            <a:avLst/>
          </a:prstGeom>
        </p:spPr>
        <p:txBody>
          <a:bodyPr wrap="square">
            <a:spAutoFit/>
          </a:bodyPr>
          <a:lstStyle/>
          <a:p>
            <a:pPr fontAlgn="base"/>
            <a:r>
              <a:rPr lang="en-US" sz="2000" b="1">
                <a:solidFill>
                  <a:schemeClr val="bg1"/>
                </a:solidFill>
              </a:rPr>
              <a:t>IoT device publishes telemetry to Azure IoT Hub</a:t>
            </a:r>
          </a:p>
          <a:p>
            <a:pPr fontAlgn="base"/>
            <a:r>
              <a:rPr lang="en-US" sz="2000">
                <a:solidFill>
                  <a:schemeClr val="bg1"/>
                </a:solidFill>
              </a:rPr>
              <a:t>​</a:t>
            </a:r>
          </a:p>
          <a:p>
            <a:pPr fontAlgn="base"/>
            <a:r>
              <a:rPr lang="en-US" sz="2000">
                <a:solidFill>
                  <a:schemeClr val="bg1"/>
                </a:solidFill>
              </a:rPr>
              <a:t>IoT Hub routes data to Azure Event Hub.​</a:t>
            </a:r>
          </a:p>
          <a:p>
            <a:pPr algn="just" fontAlgn="base"/>
            <a:endParaRPr lang="en-US" sz="2000">
              <a:solidFill>
                <a:schemeClr val="bg1"/>
              </a:solidFill>
            </a:endParaRPr>
          </a:p>
          <a:p>
            <a:pPr algn="just" fontAlgn="base"/>
            <a:r>
              <a:rPr lang="en-US" sz="2000">
                <a:solidFill>
                  <a:schemeClr val="bg1"/>
                </a:solidFill>
              </a:rPr>
              <a:t>Multiple consumer groups for scalable processing.​</a:t>
            </a:r>
          </a:p>
          <a:p>
            <a:pPr algn="just" fontAlgn="base"/>
            <a:endParaRPr lang="en-US" sz="2000">
              <a:solidFill>
                <a:schemeClr val="bg1"/>
              </a:solidFill>
            </a:endParaRPr>
          </a:p>
          <a:p>
            <a:pPr algn="just" fontAlgn="base"/>
            <a:r>
              <a:rPr lang="en-US" sz="2000">
                <a:solidFill>
                  <a:schemeClr val="bg1"/>
                </a:solidFill>
              </a:rPr>
              <a:t>Python-based App Service consumes and processes events.</a:t>
            </a:r>
          </a:p>
          <a:p>
            <a:pPr algn="just"/>
            <a:endParaRPr lang="en-US" sz="2000">
              <a:solidFill>
                <a:schemeClr val="bg1"/>
              </a:solidFill>
            </a:endParaRPr>
          </a:p>
          <a:p>
            <a:pPr algn="just"/>
            <a:endParaRPr lang="en-US" sz="2000"/>
          </a:p>
          <a:p>
            <a:pPr algn="just">
              <a:buFont typeface="Wingdings" pitchFamily="2" charset="2"/>
              <a:buChar char="q"/>
            </a:pPr>
            <a:endParaRPr lang="en-US" sz="2000"/>
          </a:p>
        </p:txBody>
      </p:sp>
      <p:pic>
        <p:nvPicPr>
          <p:cNvPr id="3074" name="Picture 2" descr="A diagram of a data processing pipeline&#10;&#10;AI-generated content may be incorrect.">
            <a:extLst>
              <a:ext uri="{FF2B5EF4-FFF2-40B4-BE49-F238E27FC236}">
                <a16:creationId xmlns:a16="http://schemas.microsoft.com/office/drawing/2014/main" id="{8B1A6181-951F-42E2-1321-B2C7F28069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6475" y="3451225"/>
            <a:ext cx="8953500" cy="3343275"/>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a:extLst>
              <a:ext uri="{FF2B5EF4-FFF2-40B4-BE49-F238E27FC236}">
                <a16:creationId xmlns:a16="http://schemas.microsoft.com/office/drawing/2014/main" id="{63F71029-772A-C056-7FF7-F4D761B0483E}"/>
              </a:ext>
            </a:extLst>
          </p:cNvPr>
          <p:cNvPicPr>
            <a:picLocks noChangeAspect="1"/>
          </p:cNvPicPr>
          <p:nvPr/>
        </p:nvPicPr>
        <p:blipFill>
          <a:blip r:embed="rId5" cstate="print">
            <a:extLst>
              <a:ext uri="{96DAC541-7B7A-43D3-8B79-37D633B846F1}">
                <asvg:svgBlip xmlns:asvg="http://schemas.microsoft.com/office/drawing/2016/SVG/main" r:embed="rId6"/>
              </a:ext>
            </a:extLst>
          </a:blip>
          <a:stretch>
            <a:fillRect/>
          </a:stretch>
        </p:blipFill>
        <p:spPr>
          <a:xfrm>
            <a:off x="402012" y="369234"/>
            <a:ext cx="2091062" cy="437840"/>
          </a:xfrm>
          <a:prstGeom prst="rect">
            <a:avLst/>
          </a:prstGeom>
        </p:spPr>
      </p:pic>
      <p:cxnSp>
        <p:nvCxnSpPr>
          <p:cNvPr id="5" name="Straight Connector 4">
            <a:extLst>
              <a:ext uri="{FF2B5EF4-FFF2-40B4-BE49-F238E27FC236}">
                <a16:creationId xmlns:a16="http://schemas.microsoft.com/office/drawing/2014/main" id="{C0003BF3-B11D-1875-9E45-C55B8195CFED}"/>
              </a:ext>
            </a:extLst>
          </p:cNvPr>
          <p:cNvCxnSpPr/>
          <p:nvPr/>
        </p:nvCxnSpPr>
        <p:spPr>
          <a:xfrm>
            <a:off x="393643" y="984108"/>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8CBF442-E3F5-8B32-FD82-F616DE528ED4}"/>
              </a:ext>
            </a:extLst>
          </p:cNvPr>
          <p:cNvSpPr txBox="1"/>
          <p:nvPr/>
        </p:nvSpPr>
        <p:spPr>
          <a:xfrm>
            <a:off x="8801609" y="585942"/>
            <a:ext cx="3536346" cy="461665"/>
          </a:xfrm>
          <a:prstGeom prst="rect">
            <a:avLst/>
          </a:prstGeom>
          <a:noFill/>
        </p:spPr>
        <p:txBody>
          <a:bodyPr wrap="square" lIns="91440" tIns="45720" rIns="91440" bIns="45720" rtlCol="0" anchor="t">
            <a:spAutoFit/>
          </a:bodyPr>
          <a:lstStyle/>
          <a:p>
            <a:pPr algn="ctr"/>
            <a:r>
              <a:rPr lang="en-IN" sz="2400">
                <a:solidFill>
                  <a:srgbClr val="FFFF00"/>
                </a:solidFill>
              </a:rPr>
              <a:t>DATA INJECTION FLOW</a:t>
            </a:r>
            <a:endParaRPr lang="en-US"/>
          </a:p>
        </p:txBody>
      </p:sp>
    </p:spTree>
    <p:extLst>
      <p:ext uri="{BB962C8B-B14F-4D97-AF65-F5344CB8AC3E}">
        <p14:creationId xmlns:p14="http://schemas.microsoft.com/office/powerpoint/2010/main" val="2218009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FAC80-72FA-AC71-C4D1-4AA681A16246}"/>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00700208-58D4-E78C-D9CB-ED3E53386B1D}"/>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5A6A4005-37B8-F95A-862D-AF9414EC8AFF}"/>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0031452-5610-B57F-3F4D-8846F6E1EA81}"/>
              </a:ext>
            </a:extLst>
          </p:cNvPr>
          <p:cNvSpPr/>
          <p:nvPr/>
        </p:nvSpPr>
        <p:spPr>
          <a:xfrm>
            <a:off x="283016" y="1239667"/>
            <a:ext cx="11268222" cy="3170099"/>
          </a:xfrm>
          <a:prstGeom prst="rect">
            <a:avLst/>
          </a:prstGeom>
        </p:spPr>
        <p:txBody>
          <a:bodyPr wrap="square">
            <a:spAutoFit/>
          </a:bodyPr>
          <a:lstStyle/>
          <a:p>
            <a:pPr algn="just"/>
            <a:r>
              <a:rPr lang="en-US" sz="2000" b="1">
                <a:solidFill>
                  <a:schemeClr val="bg1"/>
                </a:solidFill>
              </a:rPr>
              <a:t>Real-time metric calculations: Part Count, Power, Status, Energy</a:t>
            </a:r>
          </a:p>
          <a:p>
            <a:pPr algn="just"/>
            <a:endParaRPr lang="en-US" sz="2000">
              <a:solidFill>
                <a:schemeClr val="bg1"/>
              </a:solidFill>
            </a:endParaRPr>
          </a:p>
          <a:p>
            <a:pPr algn="just"/>
            <a:r>
              <a:rPr lang="en-US" sz="2000">
                <a:solidFill>
                  <a:schemeClr val="bg1"/>
                </a:solidFill>
              </a:rPr>
              <a:t>Raw sensor data stored as time-series data.​</a:t>
            </a:r>
          </a:p>
          <a:p>
            <a:pPr algn="just"/>
            <a:endParaRPr lang="en-US" sz="2000">
              <a:solidFill>
                <a:schemeClr val="bg1"/>
              </a:solidFill>
            </a:endParaRPr>
          </a:p>
          <a:p>
            <a:pPr algn="just"/>
            <a:r>
              <a:rPr lang="en-US" sz="2000">
                <a:solidFill>
                  <a:schemeClr val="bg1"/>
                </a:solidFill>
              </a:rPr>
              <a:t>Calculated metrics stored as derived time-series data.​</a:t>
            </a:r>
          </a:p>
          <a:p>
            <a:pPr algn="just"/>
            <a:endParaRPr lang="en-US" sz="2000">
              <a:solidFill>
                <a:schemeClr val="bg1"/>
              </a:solidFill>
            </a:endParaRPr>
          </a:p>
          <a:p>
            <a:pPr algn="just"/>
            <a:r>
              <a:rPr lang="en-US" sz="2000">
                <a:solidFill>
                  <a:schemeClr val="bg1"/>
                </a:solidFill>
              </a:rPr>
              <a:t>Grid DB used for high-performance time-series storage.</a:t>
            </a:r>
          </a:p>
          <a:p>
            <a:pPr algn="just">
              <a:buFont typeface="Wingdings" pitchFamily="2" charset="2"/>
              <a:buChar char="q"/>
            </a:pPr>
            <a:endParaRPr lang="en-US" sz="2000"/>
          </a:p>
          <a:p>
            <a:pPr algn="just"/>
            <a:endParaRPr lang="en-US" sz="2000"/>
          </a:p>
          <a:p>
            <a:pPr algn="just">
              <a:buFont typeface="Wingdings" pitchFamily="2" charset="2"/>
              <a:buChar char="q"/>
            </a:pPr>
            <a:endParaRPr lang="en-US" sz="2000"/>
          </a:p>
        </p:txBody>
      </p:sp>
      <p:sp>
        <p:nvSpPr>
          <p:cNvPr id="12" name="Rectangle 11">
            <a:extLst>
              <a:ext uri="{FF2B5EF4-FFF2-40B4-BE49-F238E27FC236}">
                <a16:creationId xmlns:a16="http://schemas.microsoft.com/office/drawing/2014/main" id="{5BF01959-2DB4-729C-93DB-6696AA4C6AEE}"/>
              </a:ext>
            </a:extLst>
          </p:cNvPr>
          <p:cNvSpPr/>
          <p:nvPr/>
        </p:nvSpPr>
        <p:spPr>
          <a:xfrm>
            <a:off x="7649496" y="545516"/>
            <a:ext cx="4542503" cy="461665"/>
          </a:xfrm>
          <a:prstGeom prst="rect">
            <a:avLst/>
          </a:prstGeom>
        </p:spPr>
        <p:txBody>
          <a:bodyPr wrap="square">
            <a:spAutoFit/>
          </a:bodyPr>
          <a:lstStyle/>
          <a:p>
            <a:r>
              <a:rPr lang="en-US" sz="2400">
                <a:solidFill>
                  <a:srgbClr val="FFFF00"/>
                </a:solidFill>
              </a:rPr>
              <a:t>DATA</a:t>
            </a:r>
            <a:r>
              <a:rPr lang="en-US" sz="2400" b="1"/>
              <a:t> </a:t>
            </a:r>
            <a:r>
              <a:rPr lang="en-US" sz="2400">
                <a:solidFill>
                  <a:srgbClr val="FFFF00"/>
                </a:solidFill>
              </a:rPr>
              <a:t>PROCESSING AND STORAGE</a:t>
            </a:r>
          </a:p>
        </p:txBody>
      </p:sp>
      <p:pic>
        <p:nvPicPr>
          <p:cNvPr id="3" name="Graphic 2">
            <a:extLst>
              <a:ext uri="{FF2B5EF4-FFF2-40B4-BE49-F238E27FC236}">
                <a16:creationId xmlns:a16="http://schemas.microsoft.com/office/drawing/2014/main" id="{793D0BEE-093F-CC9B-416A-6E15C80030FD}"/>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02012" y="369234"/>
            <a:ext cx="2091062" cy="437840"/>
          </a:xfrm>
          <a:prstGeom prst="rect">
            <a:avLst/>
          </a:prstGeom>
        </p:spPr>
      </p:pic>
      <p:cxnSp>
        <p:nvCxnSpPr>
          <p:cNvPr id="4" name="Straight Connector 3">
            <a:extLst>
              <a:ext uri="{FF2B5EF4-FFF2-40B4-BE49-F238E27FC236}">
                <a16:creationId xmlns:a16="http://schemas.microsoft.com/office/drawing/2014/main" id="{14CA0EF0-A060-8B84-B28A-8F3142710B76}"/>
              </a:ext>
            </a:extLst>
          </p:cNvPr>
          <p:cNvCxnSpPr/>
          <p:nvPr/>
        </p:nvCxnSpPr>
        <p:spPr>
          <a:xfrm>
            <a:off x="393643" y="984108"/>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descr="A screenshot of a computer&#10;&#10;AI-generated content may be incorrect.">
            <a:extLst>
              <a:ext uri="{FF2B5EF4-FFF2-40B4-BE49-F238E27FC236}">
                <a16:creationId xmlns:a16="http://schemas.microsoft.com/office/drawing/2014/main" id="{567F513F-3551-495F-534A-625E5897C147}"/>
              </a:ext>
            </a:extLst>
          </p:cNvPr>
          <p:cNvPicPr>
            <a:picLocks noChangeAspect="1"/>
          </p:cNvPicPr>
          <p:nvPr/>
        </p:nvPicPr>
        <p:blipFill>
          <a:blip r:embed="rId6"/>
          <a:stretch>
            <a:fillRect/>
          </a:stretch>
        </p:blipFill>
        <p:spPr>
          <a:xfrm>
            <a:off x="390476" y="3481917"/>
            <a:ext cx="5526717" cy="317500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DF2F9B4C-56C6-F415-9337-1B7E57586CC3}"/>
              </a:ext>
            </a:extLst>
          </p:cNvPr>
          <p:cNvPicPr>
            <a:picLocks noChangeAspect="1"/>
          </p:cNvPicPr>
          <p:nvPr/>
        </p:nvPicPr>
        <p:blipFill>
          <a:blip r:embed="rId7"/>
          <a:stretch>
            <a:fillRect/>
          </a:stretch>
        </p:blipFill>
        <p:spPr>
          <a:xfrm>
            <a:off x="6170083" y="3487155"/>
            <a:ext cx="5778501" cy="2275523"/>
          </a:xfrm>
          <a:prstGeom prst="rect">
            <a:avLst/>
          </a:prstGeom>
        </p:spPr>
      </p:pic>
    </p:spTree>
    <p:extLst>
      <p:ext uri="{BB962C8B-B14F-4D97-AF65-F5344CB8AC3E}">
        <p14:creationId xmlns:p14="http://schemas.microsoft.com/office/powerpoint/2010/main" val="2761674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11DA8-DA1E-C8CD-77EB-161D2D0F3162}"/>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7277AEA0-720E-9816-B05B-E21F90597E49}"/>
              </a:ext>
            </a:extLst>
          </p:cNvPr>
          <p:cNvPicPr>
            <a:picLocks noChangeAspect="1"/>
          </p:cNvPicPr>
          <p:nvPr/>
        </p:nvPicPr>
        <p:blipFill>
          <a:blip r:embed="rId3" cstate="print">
            <a:extLst>
              <a:ext uri="{96DAC541-7B7A-43D3-8B79-37D633B846F1}">
                <asvg:svgBlip xmlns:asvg="http://schemas.microsoft.com/office/drawing/2016/SVG/main" r:embed="rId4"/>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49295DD8-1F35-D301-38B8-26AF74DED671}"/>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29A663C-7A9B-68FA-DB6A-045072FF4ABB}"/>
              </a:ext>
            </a:extLst>
          </p:cNvPr>
          <p:cNvSpPr/>
          <p:nvPr/>
        </p:nvSpPr>
        <p:spPr>
          <a:xfrm>
            <a:off x="10174345" y="44427"/>
            <a:ext cx="2017655" cy="461665"/>
          </a:xfrm>
          <a:prstGeom prst="rect">
            <a:avLst/>
          </a:prstGeom>
        </p:spPr>
        <p:txBody>
          <a:bodyPr wrap="square" lIns="91440" tIns="45720" rIns="91440" bIns="45720" anchor="t">
            <a:spAutoFit/>
          </a:bodyPr>
          <a:lstStyle/>
          <a:p>
            <a:r>
              <a:rPr lang="en-US" sz="2400">
                <a:solidFill>
                  <a:srgbClr val="FFFF00"/>
                </a:solidFill>
              </a:rPr>
              <a:t>WHAT NEXT</a:t>
            </a:r>
            <a:endParaRPr lang="en-US"/>
          </a:p>
        </p:txBody>
      </p:sp>
      <p:pic>
        <p:nvPicPr>
          <p:cNvPr id="4" name="Graphic 3">
            <a:extLst>
              <a:ext uri="{FF2B5EF4-FFF2-40B4-BE49-F238E27FC236}">
                <a16:creationId xmlns:a16="http://schemas.microsoft.com/office/drawing/2014/main" id="{BB5BF47F-CEFA-E858-D045-0835B8B88FC0}"/>
              </a:ext>
            </a:extLst>
          </p:cNvPr>
          <p:cNvPicPr>
            <a:picLocks noChangeAspect="1"/>
          </p:cNvPicPr>
          <p:nvPr/>
        </p:nvPicPr>
        <p:blipFill>
          <a:blip r:embed="rId5" cstate="print">
            <a:extLst>
              <a:ext uri="{96DAC541-7B7A-43D3-8B79-37D633B846F1}">
                <asvg:svgBlip xmlns:asvg="http://schemas.microsoft.com/office/drawing/2016/SVG/main" r:embed="rId6"/>
              </a:ext>
            </a:extLst>
          </a:blip>
          <a:stretch>
            <a:fillRect/>
          </a:stretch>
        </p:blipFill>
        <p:spPr>
          <a:xfrm>
            <a:off x="402012" y="287172"/>
            <a:ext cx="2091062" cy="437840"/>
          </a:xfrm>
          <a:prstGeom prst="rect">
            <a:avLst/>
          </a:prstGeom>
        </p:spPr>
      </p:pic>
      <p:cxnSp>
        <p:nvCxnSpPr>
          <p:cNvPr id="5" name="Straight Connector 4">
            <a:extLst>
              <a:ext uri="{FF2B5EF4-FFF2-40B4-BE49-F238E27FC236}">
                <a16:creationId xmlns:a16="http://schemas.microsoft.com/office/drawing/2014/main" id="{257AE52E-D449-7760-F8B0-B064E497B848}"/>
              </a:ext>
            </a:extLst>
          </p:cNvPr>
          <p:cNvCxnSpPr/>
          <p:nvPr/>
        </p:nvCxnSpPr>
        <p:spPr>
          <a:xfrm>
            <a:off x="393643" y="902046"/>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EBA7C7D0-CD61-1D05-9CB7-A8C363926C96}"/>
              </a:ext>
            </a:extLst>
          </p:cNvPr>
          <p:cNvPicPr>
            <a:picLocks noChangeAspect="1"/>
          </p:cNvPicPr>
          <p:nvPr/>
        </p:nvPicPr>
        <p:blipFill>
          <a:blip r:embed="rId7">
            <a:alphaModFix amt="85000"/>
          </a:blip>
          <a:stretch>
            <a:fillRect/>
          </a:stretch>
        </p:blipFill>
        <p:spPr>
          <a:xfrm>
            <a:off x="393643" y="1656115"/>
            <a:ext cx="4851526" cy="4110784"/>
          </a:xfrm>
          <a:prstGeom prst="rect">
            <a:avLst/>
          </a:prstGeom>
          <a:effectLst>
            <a:outerShdw blurRad="50800" dist="50800" dir="5400000" algn="ctr" rotWithShape="0">
              <a:srgbClr val="000000"/>
            </a:outerShdw>
          </a:effectLst>
        </p:spPr>
      </p:pic>
      <p:pic>
        <p:nvPicPr>
          <p:cNvPr id="10" name="Picture 9">
            <a:extLst>
              <a:ext uri="{FF2B5EF4-FFF2-40B4-BE49-F238E27FC236}">
                <a16:creationId xmlns:a16="http://schemas.microsoft.com/office/drawing/2014/main" id="{BC8C1D4C-1DBD-2145-E612-C47D98521571}"/>
              </a:ext>
            </a:extLst>
          </p:cNvPr>
          <p:cNvPicPr>
            <a:picLocks noChangeAspect="1"/>
          </p:cNvPicPr>
          <p:nvPr/>
        </p:nvPicPr>
        <p:blipFill>
          <a:blip r:embed="rId8">
            <a:alphaModFix amt="85000"/>
          </a:blip>
          <a:stretch>
            <a:fillRect/>
          </a:stretch>
        </p:blipFill>
        <p:spPr>
          <a:xfrm>
            <a:off x="5481498" y="2117828"/>
            <a:ext cx="6566488" cy="3187358"/>
          </a:xfrm>
          <a:prstGeom prst="rect">
            <a:avLst/>
          </a:prstGeom>
          <a:effectLst>
            <a:outerShdw blurRad="50800" dist="50800" dir="5400000" algn="ctr" rotWithShape="0">
              <a:srgbClr val="000000"/>
            </a:outerShdw>
          </a:effectLst>
        </p:spPr>
      </p:pic>
      <p:sp>
        <p:nvSpPr>
          <p:cNvPr id="11" name="Rectangle 10">
            <a:extLst>
              <a:ext uri="{FF2B5EF4-FFF2-40B4-BE49-F238E27FC236}">
                <a16:creationId xmlns:a16="http://schemas.microsoft.com/office/drawing/2014/main" id="{0D80E004-1DFA-1A05-F587-541613F5AF7B}"/>
              </a:ext>
            </a:extLst>
          </p:cNvPr>
          <p:cNvSpPr/>
          <p:nvPr/>
        </p:nvSpPr>
        <p:spPr>
          <a:xfrm>
            <a:off x="6669478" y="501936"/>
            <a:ext cx="5378508" cy="400110"/>
          </a:xfrm>
          <a:prstGeom prst="rect">
            <a:avLst/>
          </a:prstGeom>
        </p:spPr>
        <p:txBody>
          <a:bodyPr wrap="square">
            <a:spAutoFit/>
          </a:bodyPr>
          <a:lstStyle/>
          <a:p>
            <a:pPr algn="just" fontAlgn="base"/>
            <a:r>
              <a:rPr lang="en-US" sz="2000">
                <a:solidFill>
                  <a:schemeClr val="bg1"/>
                </a:solidFill>
              </a:rPr>
              <a:t>Value Creation by leveraging the power of </a:t>
            </a:r>
            <a:r>
              <a:rPr lang="en-US" sz="2000" err="1">
                <a:solidFill>
                  <a:schemeClr val="bg1"/>
                </a:solidFill>
              </a:rPr>
              <a:t>GridDB</a:t>
            </a:r>
            <a:endParaRPr lang="en-US" sz="2000"/>
          </a:p>
        </p:txBody>
      </p:sp>
    </p:spTree>
    <p:extLst>
      <p:ext uri="{BB962C8B-B14F-4D97-AF65-F5344CB8AC3E}">
        <p14:creationId xmlns:p14="http://schemas.microsoft.com/office/powerpoint/2010/main" val="3198074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3921-0690-BCDC-8659-A3A044758BC2}"/>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3B8C7801-4A03-3255-600B-B55CA38ABE09}"/>
              </a:ext>
            </a:extLst>
          </p:cNvPr>
          <p:cNvPicPr>
            <a:picLocks noChangeAspect="1"/>
          </p:cNvPicPr>
          <p:nvPr/>
        </p:nvPicPr>
        <p:blipFill>
          <a:blip r:embed="rId2" cstate="print">
            <a:extLst>
              <a:ext uri="{96DAC541-7B7A-43D3-8B79-37D633B846F1}">
                <asvg:svgBlip xmlns:asvg="http://schemas.microsoft.com/office/drawing/2016/SVG/main" r:embed="rId3"/>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E4C6BE2C-E917-94DB-61E7-629C13B3B6EB}"/>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E12E786-1026-F08F-98D5-1DAB1F7DC4F0}"/>
              </a:ext>
            </a:extLst>
          </p:cNvPr>
          <p:cNvSpPr/>
          <p:nvPr/>
        </p:nvSpPr>
        <p:spPr>
          <a:xfrm>
            <a:off x="738067" y="1778605"/>
            <a:ext cx="5021287" cy="3939540"/>
          </a:xfrm>
          <a:prstGeom prst="rect">
            <a:avLst/>
          </a:prstGeom>
        </p:spPr>
        <p:txBody>
          <a:bodyPr wrap="square" lIns="91440" tIns="45720" rIns="91440" bIns="45720" anchor="t">
            <a:spAutoFit/>
          </a:bodyPr>
          <a:lstStyle/>
          <a:p>
            <a:pPr marL="457200" indent="-457200" algn="just" fontAlgn="base">
              <a:lnSpc>
                <a:spcPct val="150000"/>
              </a:lnSpc>
              <a:buFont typeface="Arial" panose="020B0604020202020204" pitchFamily="34" charset="0"/>
              <a:buChar char="•"/>
            </a:pPr>
            <a:r>
              <a:rPr lang="en-US" sz="2800">
                <a:solidFill>
                  <a:schemeClr val="bg1"/>
                </a:solidFill>
              </a:rPr>
              <a:t>Anomaly detection​</a:t>
            </a:r>
          </a:p>
          <a:p>
            <a:pPr marL="457200" indent="-457200" algn="just" fontAlgn="base">
              <a:lnSpc>
                <a:spcPct val="150000"/>
              </a:lnSpc>
              <a:buFont typeface="Arial" panose="020B0604020202020204" pitchFamily="34" charset="0"/>
              <a:buChar char="•"/>
            </a:pPr>
            <a:r>
              <a:rPr lang="en-US" sz="2800">
                <a:solidFill>
                  <a:schemeClr val="bg1"/>
                </a:solidFill>
              </a:rPr>
              <a:t>AI/ML on time-series data</a:t>
            </a:r>
          </a:p>
          <a:p>
            <a:pPr marL="457200" indent="-457200" algn="just" fontAlgn="base">
              <a:lnSpc>
                <a:spcPct val="150000"/>
              </a:lnSpc>
              <a:buFont typeface="Arial" panose="020B0604020202020204" pitchFamily="34" charset="0"/>
              <a:buChar char="•"/>
            </a:pPr>
            <a:r>
              <a:rPr lang="en-US" sz="2800">
                <a:solidFill>
                  <a:schemeClr val="bg1"/>
                </a:solidFill>
              </a:rPr>
              <a:t>Alerts &amp; automation​</a:t>
            </a:r>
          </a:p>
          <a:p>
            <a:pPr marL="457200" indent="-457200" algn="just" fontAlgn="base">
              <a:lnSpc>
                <a:spcPct val="150000"/>
              </a:lnSpc>
              <a:buFont typeface="Arial" panose="020B0604020202020204" pitchFamily="34" charset="0"/>
              <a:buChar char="•"/>
            </a:pPr>
            <a:r>
              <a:rPr lang="en-US" sz="2800">
                <a:solidFill>
                  <a:schemeClr val="bg1"/>
                </a:solidFill>
              </a:rPr>
              <a:t>Edge device integration</a:t>
            </a:r>
            <a:endParaRPr lang="en-US" sz="2800">
              <a:solidFill>
                <a:schemeClr val="bg1"/>
              </a:solidFill>
              <a:ea typeface="Calibri"/>
              <a:cs typeface="Calibri"/>
            </a:endParaRPr>
          </a:p>
          <a:p>
            <a:pPr marL="457200" indent="-457200" algn="just">
              <a:lnSpc>
                <a:spcPct val="150000"/>
              </a:lnSpc>
              <a:buFont typeface="Arial" panose="020B0604020202020204" pitchFamily="34" charset="0"/>
              <a:buChar char="•"/>
            </a:pPr>
            <a:r>
              <a:rPr lang="en-US" sz="2800">
                <a:solidFill>
                  <a:schemeClr val="bg1"/>
                </a:solidFill>
                <a:ea typeface="Calibri"/>
                <a:cs typeface="Calibri"/>
              </a:rPr>
              <a:t>Mobile App</a:t>
            </a:r>
            <a:endParaRPr lang="en-US" sz="2800"/>
          </a:p>
          <a:p>
            <a:pPr algn="just"/>
            <a:endParaRPr lang="en-US" sz="2000"/>
          </a:p>
          <a:p>
            <a:pPr algn="just">
              <a:buFont typeface="Wingdings" pitchFamily="2" charset="2"/>
              <a:buChar char="q"/>
            </a:pPr>
            <a:endParaRPr lang="en-US" sz="2000"/>
          </a:p>
        </p:txBody>
      </p:sp>
      <p:sp>
        <p:nvSpPr>
          <p:cNvPr id="3" name="Rectangle 2">
            <a:extLst>
              <a:ext uri="{FF2B5EF4-FFF2-40B4-BE49-F238E27FC236}">
                <a16:creationId xmlns:a16="http://schemas.microsoft.com/office/drawing/2014/main" id="{ECB2E10A-59F0-C25C-634D-35F0B0F4F543}"/>
              </a:ext>
            </a:extLst>
          </p:cNvPr>
          <p:cNvSpPr/>
          <p:nvPr/>
        </p:nvSpPr>
        <p:spPr>
          <a:xfrm>
            <a:off x="10100938" y="300307"/>
            <a:ext cx="2091062" cy="461665"/>
          </a:xfrm>
          <a:prstGeom prst="rect">
            <a:avLst/>
          </a:prstGeom>
        </p:spPr>
        <p:txBody>
          <a:bodyPr wrap="square">
            <a:spAutoFit/>
          </a:bodyPr>
          <a:lstStyle/>
          <a:p>
            <a:r>
              <a:rPr lang="en-US" sz="2400">
                <a:solidFill>
                  <a:srgbClr val="FFFF00"/>
                </a:solidFill>
              </a:rPr>
              <a:t>WHAT NEXT</a:t>
            </a:r>
            <a:endParaRPr lang="en-US" sz="2400"/>
          </a:p>
        </p:txBody>
      </p:sp>
      <p:pic>
        <p:nvPicPr>
          <p:cNvPr id="4" name="Graphic 3">
            <a:extLst>
              <a:ext uri="{FF2B5EF4-FFF2-40B4-BE49-F238E27FC236}">
                <a16:creationId xmlns:a16="http://schemas.microsoft.com/office/drawing/2014/main" id="{A3C3817E-4B32-8873-50BB-EEFF8F95EC14}"/>
              </a:ext>
            </a:extLst>
          </p:cNvPr>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393643" y="235832"/>
            <a:ext cx="2091062" cy="437840"/>
          </a:xfrm>
          <a:prstGeom prst="rect">
            <a:avLst/>
          </a:prstGeom>
        </p:spPr>
      </p:pic>
      <p:cxnSp>
        <p:nvCxnSpPr>
          <p:cNvPr id="5" name="Straight Connector 4">
            <a:extLst>
              <a:ext uri="{FF2B5EF4-FFF2-40B4-BE49-F238E27FC236}">
                <a16:creationId xmlns:a16="http://schemas.microsoft.com/office/drawing/2014/main" id="{2B2727F0-8695-9D4C-4C5D-CC554C86DAF7}"/>
              </a:ext>
            </a:extLst>
          </p:cNvPr>
          <p:cNvCxnSpPr/>
          <p:nvPr/>
        </p:nvCxnSpPr>
        <p:spPr>
          <a:xfrm>
            <a:off x="393643" y="801075"/>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7880CAA4-3B1B-1964-EF0D-B637D69AF3A7}"/>
              </a:ext>
            </a:extLst>
          </p:cNvPr>
          <p:cNvSpPr/>
          <p:nvPr/>
        </p:nvSpPr>
        <p:spPr>
          <a:xfrm>
            <a:off x="6432648" y="1167141"/>
            <a:ext cx="5972811" cy="5139869"/>
          </a:xfrm>
          <a:prstGeom prst="rect">
            <a:avLst/>
          </a:prstGeom>
        </p:spPr>
        <p:txBody>
          <a:bodyPr wrap="square" lIns="91440" tIns="45720" rIns="91440" bIns="45720" anchor="t">
            <a:spAutoFit/>
          </a:bodyPr>
          <a:lstStyle/>
          <a:p>
            <a:pPr marL="457200" indent="-457200" fontAlgn="base">
              <a:buFont typeface="Arial" panose="020B0604020202020204" pitchFamily="34" charset="0"/>
              <a:buChar char="•"/>
            </a:pPr>
            <a:r>
              <a:rPr lang="en-US" sz="2800">
                <a:solidFill>
                  <a:schemeClr val="bg1"/>
                </a:solidFill>
              </a:rPr>
              <a:t>Unified data store, OnPrem, Cloud and Hybrid</a:t>
            </a:r>
          </a:p>
          <a:p>
            <a:pPr marL="457200" indent="-457200" fontAlgn="base">
              <a:lnSpc>
                <a:spcPct val="150000"/>
              </a:lnSpc>
              <a:buFont typeface="Arial" panose="020B0604020202020204" pitchFamily="34" charset="0"/>
              <a:buChar char="•"/>
            </a:pPr>
            <a:r>
              <a:rPr lang="en-US" sz="2800">
                <a:solidFill>
                  <a:schemeClr val="bg1"/>
                </a:solidFill>
              </a:rPr>
              <a:t>​Free Device</a:t>
            </a:r>
          </a:p>
          <a:p>
            <a:pPr marL="457200" indent="-457200" fontAlgn="base">
              <a:lnSpc>
                <a:spcPct val="150000"/>
              </a:lnSpc>
              <a:buFont typeface="Arial" panose="020B0604020202020204" pitchFamily="34" charset="0"/>
              <a:buChar char="•"/>
            </a:pPr>
            <a:r>
              <a:rPr lang="en-US" sz="2800">
                <a:solidFill>
                  <a:schemeClr val="bg1"/>
                </a:solidFill>
              </a:rPr>
              <a:t>DIY installation kit</a:t>
            </a:r>
          </a:p>
          <a:p>
            <a:pPr marL="457200" indent="-457200" fontAlgn="base">
              <a:lnSpc>
                <a:spcPct val="150000"/>
              </a:lnSpc>
              <a:buFont typeface="Arial" panose="020B0604020202020204" pitchFamily="34" charset="0"/>
              <a:buChar char="•"/>
            </a:pPr>
            <a:r>
              <a:rPr lang="en-US" sz="2800">
                <a:solidFill>
                  <a:schemeClr val="bg1"/>
                </a:solidFill>
              </a:rPr>
              <a:t>Scale to 1000 device per month</a:t>
            </a:r>
          </a:p>
          <a:p>
            <a:pPr marL="457200" indent="-457200" fontAlgn="base">
              <a:lnSpc>
                <a:spcPct val="150000"/>
              </a:lnSpc>
              <a:buFont typeface="Arial" panose="020B0604020202020204" pitchFamily="34" charset="0"/>
              <a:buChar char="•"/>
            </a:pPr>
            <a:r>
              <a:rPr lang="en-US" sz="2800">
                <a:solidFill>
                  <a:schemeClr val="bg1"/>
                </a:solidFill>
              </a:rPr>
              <a:t>Leverage data – bench market, and target services like machine health for insurer</a:t>
            </a:r>
            <a:endParaRPr lang="en-US"/>
          </a:p>
          <a:p>
            <a:pPr algn="just">
              <a:buFont typeface="Wingdings" pitchFamily="2" charset="2"/>
              <a:buChar char="q"/>
            </a:pPr>
            <a:endParaRPr lang="en-US" sz="2000"/>
          </a:p>
        </p:txBody>
      </p:sp>
    </p:spTree>
    <p:extLst>
      <p:ext uri="{BB962C8B-B14F-4D97-AF65-F5344CB8AC3E}">
        <p14:creationId xmlns:p14="http://schemas.microsoft.com/office/powerpoint/2010/main" val="3715563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906EE-140B-8BA1-3C05-B83F3AAC2CD4}"/>
            </a:ext>
          </a:extLst>
        </p:cNvPr>
        <p:cNvGrpSpPr/>
        <p:nvPr/>
      </p:nvGrpSpPr>
      <p:grpSpPr>
        <a:xfrm>
          <a:off x="0" y="0"/>
          <a:ext cx="0" cy="0"/>
          <a:chOff x="0" y="0"/>
          <a:chExt cx="0" cy="0"/>
        </a:xfrm>
      </p:grpSpPr>
      <p:pic>
        <p:nvPicPr>
          <p:cNvPr id="2" name="Graphic 1">
            <a:extLst>
              <a:ext uri="{FF2B5EF4-FFF2-40B4-BE49-F238E27FC236}">
                <a16:creationId xmlns:a16="http://schemas.microsoft.com/office/drawing/2014/main" id="{0DEB3F95-4E4F-7D55-EA91-3E3EAA24BFB7}"/>
              </a:ext>
            </a:extLst>
          </p:cNvPr>
          <p:cNvPicPr>
            <a:picLocks noChangeAspect="1"/>
          </p:cNvPicPr>
          <p:nvPr/>
        </p:nvPicPr>
        <p:blipFill>
          <a:blip r:embed="rId3" cstate="print">
            <a:extLst>
              <a:ext uri="{96DAC541-7B7A-43D3-8B79-37D633B846F1}">
                <asvg:svgBlip xmlns:asvg="http://schemas.microsoft.com/office/drawing/2016/SVG/main" r:embed="rId4"/>
              </a:ext>
            </a:extLst>
          </a:blip>
          <a:stretch>
            <a:fillRect/>
          </a:stretch>
        </p:blipFill>
        <p:spPr>
          <a:xfrm>
            <a:off x="592369" y="363235"/>
            <a:ext cx="2091062" cy="437840"/>
          </a:xfrm>
          <a:prstGeom prst="rect">
            <a:avLst/>
          </a:prstGeom>
        </p:spPr>
      </p:pic>
      <p:cxnSp>
        <p:nvCxnSpPr>
          <p:cNvPr id="15" name="Straight Connector 14">
            <a:extLst>
              <a:ext uri="{FF2B5EF4-FFF2-40B4-BE49-F238E27FC236}">
                <a16:creationId xmlns:a16="http://schemas.microsoft.com/office/drawing/2014/main" id="{7A89E138-BE52-4F37-A2D9-B708567908F1}"/>
              </a:ext>
            </a:extLst>
          </p:cNvPr>
          <p:cNvCxnSpPr/>
          <p:nvPr/>
        </p:nvCxnSpPr>
        <p:spPr>
          <a:xfrm>
            <a:off x="393643" y="984108"/>
            <a:ext cx="11559164" cy="0"/>
          </a:xfrm>
          <a:prstGeom prst="line">
            <a:avLst/>
          </a:prstGeom>
          <a:ln w="3175">
            <a:solidFill>
              <a:srgbClr val="007D79"/>
            </a:solidFill>
          </a:ln>
        </p:spPr>
        <p:style>
          <a:lnRef idx="1">
            <a:schemeClr val="accent1"/>
          </a:lnRef>
          <a:fillRef idx="0">
            <a:schemeClr val="accent1"/>
          </a:fillRef>
          <a:effectRef idx="0">
            <a:schemeClr val="accent1"/>
          </a:effectRef>
          <a:fontRef idx="minor">
            <a:schemeClr val="tx1"/>
          </a:fontRef>
        </p:style>
      </p:cxnSp>
      <p:sp>
        <p:nvSpPr>
          <p:cNvPr id="7" name="TextBox 11">
            <a:extLst>
              <a:ext uri="{FF2B5EF4-FFF2-40B4-BE49-F238E27FC236}">
                <a16:creationId xmlns:a16="http://schemas.microsoft.com/office/drawing/2014/main" id="{617D6E88-12DA-9EA6-A529-11B7F51AF9BF}"/>
              </a:ext>
            </a:extLst>
          </p:cNvPr>
          <p:cNvSpPr txBox="1"/>
          <p:nvPr/>
        </p:nvSpPr>
        <p:spPr>
          <a:xfrm>
            <a:off x="562673" y="1895832"/>
            <a:ext cx="4938503" cy="64633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FFFFFF"/>
                </a:solidFill>
                <a:uFillTx/>
                <a:latin typeface="NeueHaasGroteskDisp Pro" pitchFamily="34"/>
              </a:rPr>
              <a:t>Connect, Optimize, Grow</a:t>
            </a:r>
            <a:endParaRPr lang="en-SG" sz="3600" b="0" i="0" u="none" strike="noStrike" kern="1200" cap="none" spc="0" baseline="0">
              <a:solidFill>
                <a:srgbClr val="FFFFFF"/>
              </a:solidFill>
              <a:uFillTx/>
              <a:latin typeface="NeueHaasGroteskDisp Pro" pitchFamily="34"/>
            </a:endParaRPr>
          </a:p>
        </p:txBody>
      </p:sp>
      <p:pic>
        <p:nvPicPr>
          <p:cNvPr id="11" name="Picture 10">
            <a:extLst>
              <a:ext uri="{FF2B5EF4-FFF2-40B4-BE49-F238E27FC236}">
                <a16:creationId xmlns:a16="http://schemas.microsoft.com/office/drawing/2014/main" id="{E8B96A66-A18F-7736-4239-67E05AD7BBAF}"/>
              </a:ext>
            </a:extLst>
          </p:cNvPr>
          <p:cNvPicPr>
            <a:picLocks noChangeAspect="1"/>
          </p:cNvPicPr>
          <p:nvPr/>
        </p:nvPicPr>
        <p:blipFill>
          <a:blip r:embed="rId5"/>
          <a:stretch>
            <a:fillRect/>
          </a:stretch>
        </p:blipFill>
        <p:spPr>
          <a:xfrm>
            <a:off x="7840340" y="984108"/>
            <a:ext cx="2959777" cy="911728"/>
          </a:xfrm>
          <a:prstGeom prst="rect">
            <a:avLst/>
          </a:prstGeom>
        </p:spPr>
      </p:pic>
      <p:sp>
        <p:nvSpPr>
          <p:cNvPr id="12" name="TextBox 11">
            <a:extLst>
              <a:ext uri="{FF2B5EF4-FFF2-40B4-BE49-F238E27FC236}">
                <a16:creationId xmlns:a16="http://schemas.microsoft.com/office/drawing/2014/main" id="{C6CC0A72-60E9-CA0F-A601-8F205BFCE071}"/>
              </a:ext>
            </a:extLst>
          </p:cNvPr>
          <p:cNvSpPr txBox="1"/>
          <p:nvPr/>
        </p:nvSpPr>
        <p:spPr>
          <a:xfrm>
            <a:off x="7074688" y="1895835"/>
            <a:ext cx="4938503" cy="64633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FFFFFF"/>
                </a:solidFill>
                <a:uFillTx/>
                <a:latin typeface="NeueHaasGroteskDisp Pro" pitchFamily="34"/>
              </a:rPr>
              <a:t>Go Faster. Grow Bigger.</a:t>
            </a:r>
          </a:p>
        </p:txBody>
      </p:sp>
      <p:pic>
        <p:nvPicPr>
          <p:cNvPr id="1028" name="Picture 4">
            <a:extLst>
              <a:ext uri="{FF2B5EF4-FFF2-40B4-BE49-F238E27FC236}">
                <a16:creationId xmlns:a16="http://schemas.microsoft.com/office/drawing/2014/main" id="{BFBCED4F-8E6C-DFD8-C076-740648A9D6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643" y="984108"/>
            <a:ext cx="5200650" cy="8763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5EB8033A-5066-5C52-5D74-02E290C56C59}"/>
              </a:ext>
            </a:extLst>
          </p:cNvPr>
          <p:cNvSpPr/>
          <p:nvPr/>
        </p:nvSpPr>
        <p:spPr>
          <a:xfrm>
            <a:off x="393643" y="3331588"/>
            <a:ext cx="11619548" cy="2677656"/>
          </a:xfrm>
          <a:prstGeom prst="rect">
            <a:avLst/>
          </a:prstGeom>
          <a:ln>
            <a:solidFill>
              <a:schemeClr val="tx1"/>
            </a:solidFill>
          </a:ln>
        </p:spPr>
        <p:txBody>
          <a:bodyPr wrap="square" lIns="91440" tIns="45720" rIns="91440" bIns="45720" anchor="t">
            <a:spAutoFit/>
          </a:bodyPr>
          <a:lstStyle/>
          <a:p>
            <a:r>
              <a:rPr lang="en-US" sz="2800">
                <a:solidFill>
                  <a:schemeClr val="bg1"/>
                </a:solidFill>
                <a:ea typeface="Calibri"/>
                <a:cs typeface="Calibri"/>
              </a:rPr>
              <a:t>With </a:t>
            </a:r>
            <a:r>
              <a:rPr lang="en-US" sz="2800" err="1">
                <a:solidFill>
                  <a:schemeClr val="bg1"/>
                </a:solidFill>
                <a:ea typeface="Calibri"/>
                <a:cs typeface="Calibri"/>
              </a:rPr>
              <a:t>GridDB</a:t>
            </a:r>
            <a:r>
              <a:rPr lang="en-US" sz="2800">
                <a:solidFill>
                  <a:schemeClr val="bg1"/>
                </a:solidFill>
                <a:ea typeface="Calibri"/>
                <a:cs typeface="Calibri"/>
              </a:rPr>
              <a:t> we can deliver the insights to our customers:</a:t>
            </a:r>
          </a:p>
          <a:p>
            <a:pPr marL="914400" lvl="1" indent="-457200">
              <a:buFont typeface="Wingdings" panose="05000000000000000000" pitchFamily="2" charset="2"/>
              <a:buChar char="ü"/>
            </a:pPr>
            <a:r>
              <a:rPr lang="en-US" sz="2800">
                <a:solidFill>
                  <a:schemeClr val="bg1"/>
                </a:solidFill>
                <a:ea typeface="Calibri"/>
                <a:cs typeface="Calibri"/>
              </a:rPr>
              <a:t>what happened - </a:t>
            </a:r>
            <a:r>
              <a:rPr lang="en-US" sz="2800">
                <a:ea typeface="Calibri"/>
                <a:cs typeface="Calibri"/>
              </a:rPr>
              <a:t>Historical queries at lightning speed</a:t>
            </a:r>
          </a:p>
          <a:p>
            <a:pPr marL="914400" lvl="1" indent="-457200">
              <a:buFont typeface="Wingdings" panose="05000000000000000000" pitchFamily="2" charset="2"/>
              <a:buChar char="ü"/>
            </a:pPr>
            <a:r>
              <a:rPr lang="en-US" sz="2800">
                <a:solidFill>
                  <a:schemeClr val="bg1"/>
                </a:solidFill>
                <a:ea typeface="Calibri"/>
                <a:cs typeface="Calibri"/>
              </a:rPr>
              <a:t>what’s happening now - </a:t>
            </a:r>
            <a:r>
              <a:rPr lang="en-US" sz="2800">
                <a:ea typeface="Calibri"/>
                <a:cs typeface="Calibri"/>
              </a:rPr>
              <a:t>Live dashboards</a:t>
            </a:r>
          </a:p>
          <a:p>
            <a:pPr marL="914400" lvl="1" indent="-457200">
              <a:buFont typeface="Wingdings" panose="05000000000000000000" pitchFamily="2" charset="2"/>
              <a:buChar char="ü"/>
            </a:pPr>
            <a:r>
              <a:rPr lang="en-US" sz="2800">
                <a:solidFill>
                  <a:schemeClr val="bg1"/>
                </a:solidFill>
                <a:ea typeface="Calibri"/>
                <a:cs typeface="Calibri"/>
              </a:rPr>
              <a:t>what will happen next - </a:t>
            </a:r>
            <a:r>
              <a:rPr lang="en-US" sz="2800">
                <a:ea typeface="Calibri"/>
                <a:cs typeface="Calibri"/>
              </a:rPr>
              <a:t>Anomaly detection + ML forecasting</a:t>
            </a:r>
          </a:p>
          <a:p>
            <a:pPr marL="914400" lvl="1" indent="-457200">
              <a:buFont typeface="Wingdings" panose="05000000000000000000" pitchFamily="2" charset="2"/>
              <a:buChar char="ü"/>
            </a:pPr>
            <a:r>
              <a:rPr lang="en-US" sz="2800">
                <a:solidFill>
                  <a:schemeClr val="bg1"/>
                </a:solidFill>
                <a:ea typeface="Calibri"/>
                <a:cs typeface="Calibri"/>
              </a:rPr>
              <a:t>and what they can do about it – </a:t>
            </a:r>
            <a:r>
              <a:rPr lang="en-US" sz="2800">
                <a:ea typeface="Calibri"/>
                <a:cs typeface="Calibri"/>
              </a:rPr>
              <a:t>Alerts, Workflow Triggers, Auto-schedule maintenance, Move load to other Line </a:t>
            </a:r>
            <a:r>
              <a:rPr lang="en-US" sz="2800" err="1">
                <a:ea typeface="Calibri"/>
                <a:cs typeface="Calibri"/>
              </a:rPr>
              <a:t>etc</a:t>
            </a:r>
            <a:r>
              <a:rPr lang="en-US" sz="2800">
                <a:ea typeface="Calibri"/>
                <a:cs typeface="Calibri"/>
              </a:rPr>
              <a:t> </a:t>
            </a:r>
          </a:p>
        </p:txBody>
      </p:sp>
    </p:spTree>
    <p:extLst>
      <p:ext uri="{BB962C8B-B14F-4D97-AF65-F5344CB8AC3E}">
        <p14:creationId xmlns:p14="http://schemas.microsoft.com/office/powerpoint/2010/main" val="29811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blue and white globe&#10;&#10;Description automatically generated">
            <a:extLst>
              <a:ext uri="{FF2B5EF4-FFF2-40B4-BE49-F238E27FC236}">
                <a16:creationId xmlns:a16="http://schemas.microsoft.com/office/drawing/2014/main" id="{54685B59-D40A-5CE9-0CE5-C6F0C5165A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90688"/>
            <a:ext cx="12191999" cy="6858000"/>
          </a:xfrm>
          <a:prstGeom prst="rect">
            <a:avLst/>
          </a:prstGeom>
        </p:spPr>
      </p:pic>
      <p:pic>
        <p:nvPicPr>
          <p:cNvPr id="5" name="Graphic 4">
            <a:extLst>
              <a:ext uri="{FF2B5EF4-FFF2-40B4-BE49-F238E27FC236}">
                <a16:creationId xmlns:a16="http://schemas.microsoft.com/office/drawing/2014/main" id="{7A3C2D6D-70D6-46C9-3EAE-51B1AC550B6F}"/>
              </a:ext>
            </a:extLst>
          </p:cNvPr>
          <p:cNvPicPr>
            <a:picLocks noChangeAspect="1"/>
          </p:cNvPicPr>
          <p:nvPr/>
        </p:nvPicPr>
        <p:blipFill>
          <a:blip r:embed="rId3" cstate="print">
            <a:extLst>
              <a:ext uri="{96DAC541-7B7A-43D3-8B79-37D633B846F1}">
                <asvg:svgBlip xmlns:asvg="http://schemas.microsoft.com/office/drawing/2016/SVG/main" r:embed="rId4"/>
              </a:ext>
            </a:extLst>
          </a:blip>
          <a:stretch>
            <a:fillRect/>
          </a:stretch>
        </p:blipFill>
        <p:spPr>
          <a:xfrm>
            <a:off x="402012" y="369234"/>
            <a:ext cx="2091062" cy="437840"/>
          </a:xfrm>
          <a:prstGeom prst="rect">
            <a:avLst/>
          </a:prstGeom>
        </p:spPr>
      </p:pic>
      <p:cxnSp>
        <p:nvCxnSpPr>
          <p:cNvPr id="15" name="Straight Connector 14">
            <a:extLst>
              <a:ext uri="{FF2B5EF4-FFF2-40B4-BE49-F238E27FC236}">
                <a16:creationId xmlns:a16="http://schemas.microsoft.com/office/drawing/2014/main" id="{D40FAA3F-D69D-A22B-70D6-E6C27BCDCDC0}"/>
              </a:ext>
            </a:extLst>
          </p:cNvPr>
          <p:cNvCxnSpPr/>
          <p:nvPr/>
        </p:nvCxnSpPr>
        <p:spPr>
          <a:xfrm>
            <a:off x="393643" y="984108"/>
            <a:ext cx="11559164"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descr="l1">
            <a:hlinkClick r:id="rId5"/>
            <a:extLst>
              <a:ext uri="{FF2B5EF4-FFF2-40B4-BE49-F238E27FC236}">
                <a16:creationId xmlns:a16="http://schemas.microsoft.com/office/drawing/2014/main" id="{CD2B3EAB-15EF-A313-FC66-3F3A3C0A0022}"/>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60557" y="4782320"/>
            <a:ext cx="228600" cy="228600"/>
          </a:xfrm>
          <a:prstGeom prst="rect">
            <a:avLst/>
          </a:prstGeom>
          <a:noFill/>
          <a:ln>
            <a:noFill/>
          </a:ln>
        </p:spPr>
      </p:pic>
      <p:pic>
        <p:nvPicPr>
          <p:cNvPr id="16" name="Picture 15" descr="t1">
            <a:hlinkClick r:id="rId7"/>
            <a:extLst>
              <a:ext uri="{FF2B5EF4-FFF2-40B4-BE49-F238E27FC236}">
                <a16:creationId xmlns:a16="http://schemas.microsoft.com/office/drawing/2014/main" id="{2FBD0444-0AAD-10E4-0976-8B1B4218E4B3}"/>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57502" y="4782320"/>
            <a:ext cx="228600" cy="228600"/>
          </a:xfrm>
          <a:prstGeom prst="rect">
            <a:avLst/>
          </a:prstGeom>
          <a:noFill/>
          <a:ln>
            <a:noFill/>
          </a:ln>
        </p:spPr>
      </p:pic>
      <p:pic>
        <p:nvPicPr>
          <p:cNvPr id="17" name="Picture 16" descr="f1">
            <a:hlinkClick r:id="rId9"/>
            <a:extLst>
              <a:ext uri="{FF2B5EF4-FFF2-40B4-BE49-F238E27FC236}">
                <a16:creationId xmlns:a16="http://schemas.microsoft.com/office/drawing/2014/main" id="{5D66CA5A-BD82-A4A6-1E37-E3227B8C2B1A}"/>
              </a:ext>
            </a:extLst>
          </p:cNvPr>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954447" y="4788423"/>
            <a:ext cx="228600" cy="228600"/>
          </a:xfrm>
          <a:prstGeom prst="rect">
            <a:avLst/>
          </a:prstGeom>
          <a:noFill/>
          <a:ln>
            <a:noFill/>
          </a:ln>
        </p:spPr>
      </p:pic>
      <p:pic>
        <p:nvPicPr>
          <p:cNvPr id="18" name="Picture 17" descr="y1">
            <a:hlinkClick r:id="rId11"/>
            <a:extLst>
              <a:ext uri="{FF2B5EF4-FFF2-40B4-BE49-F238E27FC236}">
                <a16:creationId xmlns:a16="http://schemas.microsoft.com/office/drawing/2014/main" id="{3E3E0BB6-CBFB-E720-6571-B4795FF433A6}"/>
              </a:ext>
            </a:extLst>
          </p:cNvPr>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291600" y="4805714"/>
            <a:ext cx="228600" cy="228600"/>
          </a:xfrm>
          <a:prstGeom prst="rect">
            <a:avLst/>
          </a:prstGeom>
          <a:noFill/>
          <a:ln>
            <a:noFill/>
          </a:ln>
        </p:spPr>
      </p:pic>
      <p:sp>
        <p:nvSpPr>
          <p:cNvPr id="19" name="TextBox 18">
            <a:extLst>
              <a:ext uri="{FF2B5EF4-FFF2-40B4-BE49-F238E27FC236}">
                <a16:creationId xmlns:a16="http://schemas.microsoft.com/office/drawing/2014/main" id="{FCD8C69F-4AEC-FAE9-DA41-AAA47D985B03}"/>
              </a:ext>
            </a:extLst>
          </p:cNvPr>
          <p:cNvSpPr txBox="1"/>
          <p:nvPr/>
        </p:nvSpPr>
        <p:spPr>
          <a:xfrm>
            <a:off x="5091045" y="4333033"/>
            <a:ext cx="1004955" cy="276999"/>
          </a:xfrm>
          <a:prstGeom prst="rect">
            <a:avLst/>
          </a:prstGeom>
          <a:noFill/>
        </p:spPr>
        <p:txBody>
          <a:bodyPr wrap="none" rtlCol="0">
            <a:spAutoFit/>
          </a:bodyPr>
          <a:lstStyle/>
          <a:p>
            <a:r>
              <a:rPr lang="en-US" sz="1200">
                <a:solidFill>
                  <a:schemeClr val="bg1"/>
                </a:solidFill>
                <a:latin typeface="NeueHaasGroteskDisp Pro" panose="020B0504020202020204" pitchFamily="34" charset="0"/>
              </a:rPr>
              <a:t>Follow us on:</a:t>
            </a:r>
          </a:p>
        </p:txBody>
      </p:sp>
      <p:sp>
        <p:nvSpPr>
          <p:cNvPr id="20" name="TextBox 19">
            <a:extLst>
              <a:ext uri="{FF2B5EF4-FFF2-40B4-BE49-F238E27FC236}">
                <a16:creationId xmlns:a16="http://schemas.microsoft.com/office/drawing/2014/main" id="{2452B7A0-6897-E42A-8E31-9542AD6D8B74}"/>
              </a:ext>
            </a:extLst>
          </p:cNvPr>
          <p:cNvSpPr txBox="1"/>
          <p:nvPr/>
        </p:nvSpPr>
        <p:spPr>
          <a:xfrm>
            <a:off x="5074119" y="5114097"/>
            <a:ext cx="2202878" cy="276999"/>
          </a:xfrm>
          <a:prstGeom prst="rect">
            <a:avLst/>
          </a:prstGeom>
          <a:noFill/>
        </p:spPr>
        <p:txBody>
          <a:bodyPr wrap="square" rtlCol="0">
            <a:spAutoFit/>
          </a:bodyPr>
          <a:lstStyle/>
          <a:p>
            <a:r>
              <a:rPr lang="en-US" sz="1200">
                <a:solidFill>
                  <a:schemeClr val="bg1"/>
                </a:solidFill>
                <a:latin typeface="NeueHaasGroteskDisp Pro" panose="020B0504020202020204" pitchFamily="34" charset="0"/>
                <a:hlinkClick r:id="rId13">
                  <a:extLst>
                    <a:ext uri="{A12FA001-AC4F-418D-AE19-62706E023703}">
                      <ahyp:hlinkClr xmlns:ahyp="http://schemas.microsoft.com/office/drawing/2018/hyperlinkcolor" val="tx"/>
                    </a:ext>
                  </a:extLst>
                </a:hlinkClick>
              </a:rPr>
              <a:t>https://wimerasys.com</a:t>
            </a:r>
            <a:endParaRPr lang="en-US" sz="1200">
              <a:solidFill>
                <a:schemeClr val="bg1"/>
              </a:solidFill>
              <a:latin typeface="NeueHaasGroteskDisp Pro" panose="020B0504020202020204" pitchFamily="34" charset="0"/>
            </a:endParaRPr>
          </a:p>
        </p:txBody>
      </p:sp>
      <p:pic>
        <p:nvPicPr>
          <p:cNvPr id="12" name="Graphic 9">
            <a:extLst>
              <a:ext uri="{FF2B5EF4-FFF2-40B4-BE49-F238E27FC236}">
                <a16:creationId xmlns:a16="http://schemas.microsoft.com/office/drawing/2014/main" id="{4153876D-1584-E2D5-FBCD-EBAD1132B156}"/>
              </a:ext>
            </a:extLst>
          </p:cNvPr>
          <p:cNvPicPr>
            <a:picLocks noChangeAspect="1"/>
          </p:cNvPicPr>
          <p:nvPr/>
        </p:nvPicPr>
        <p:blipFill>
          <a:blip r:embed="rId14" cstate="print">
            <a:extLst>
              <a:ext uri="{96DAC541-7B7A-43D3-8B79-37D633B846F1}">
                <asvg:svgBlip xmlns:asvg="http://schemas.microsoft.com/office/drawing/2016/SVG/main" r:embed="rId15"/>
              </a:ext>
            </a:extLst>
          </a:blip>
          <a:stretch>
            <a:fillRect/>
          </a:stretch>
        </p:blipFill>
        <p:spPr>
          <a:xfrm>
            <a:off x="5069926" y="2206014"/>
            <a:ext cx="356186" cy="213329"/>
          </a:xfrm>
          <a:prstGeom prst="rect">
            <a:avLst/>
          </a:prstGeom>
          <a:noFill/>
          <a:ln cap="flat">
            <a:noFill/>
          </a:ln>
        </p:spPr>
      </p:pic>
      <p:sp>
        <p:nvSpPr>
          <p:cNvPr id="22" name="TextBox 18">
            <a:extLst>
              <a:ext uri="{FF2B5EF4-FFF2-40B4-BE49-F238E27FC236}">
                <a16:creationId xmlns:a16="http://schemas.microsoft.com/office/drawing/2014/main" id="{EB046B2F-CCDB-0957-660D-5414A77EEE2E}"/>
              </a:ext>
            </a:extLst>
          </p:cNvPr>
          <p:cNvSpPr txBox="1"/>
          <p:nvPr/>
        </p:nvSpPr>
        <p:spPr>
          <a:xfrm>
            <a:off x="5069926" y="2547479"/>
            <a:ext cx="2100623" cy="707050"/>
          </a:xfrm>
          <a:prstGeom prst="rect">
            <a:avLst/>
          </a:prstGeom>
          <a:noFill/>
          <a:ln cap="flat">
            <a:noFill/>
          </a:ln>
        </p:spPr>
        <p:txBody>
          <a:bodyPr vert="horz" wrap="square" lIns="0" tIns="0" rIns="0" bIns="0" anchor="t" anchorCtr="0" compatLnSpc="1">
            <a:spAutoFit/>
          </a:bodyPr>
          <a:lstStyle/>
          <a:p>
            <a:pPr marL="0" marR="0" lvl="0" indent="0" algn="l" defTabSz="914400" rtl="0" fontAlgn="auto" hangingPunct="1">
              <a:lnSpc>
                <a:spcPts val="189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6" baseline="0">
                <a:solidFill>
                  <a:schemeClr val="bg1"/>
                </a:solidFill>
                <a:uFillTx/>
                <a:latin typeface="NeueHaasGroteskDisp Pro" pitchFamily="34"/>
              </a:rPr>
              <a:t>L175, Sanjeevini, 13th Cross Sector-6, HSR Layout,</a:t>
            </a:r>
          </a:p>
          <a:p>
            <a:pPr marL="0" marR="0" lvl="0" indent="0" algn="l" defTabSz="914400" rtl="0" fontAlgn="auto" hangingPunct="1">
              <a:lnSpc>
                <a:spcPts val="189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6" baseline="0">
                <a:solidFill>
                  <a:schemeClr val="bg1"/>
                </a:solidFill>
                <a:uFillTx/>
                <a:latin typeface="NeueHaasGroteskDisp Pro" pitchFamily="34"/>
              </a:rPr>
              <a:t>Bengaluru, India – 560 102</a:t>
            </a:r>
          </a:p>
        </p:txBody>
      </p:sp>
    </p:spTree>
    <p:extLst>
      <p:ext uri="{BB962C8B-B14F-4D97-AF65-F5344CB8AC3E}">
        <p14:creationId xmlns:p14="http://schemas.microsoft.com/office/powerpoint/2010/main" val="3753532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8F39FF6C8F4F449162B65ADC972B20" ma:contentTypeVersion="11" ma:contentTypeDescription="Create a new document." ma:contentTypeScope="" ma:versionID="f9bdb53a060cb6ef6588b8f084142412">
  <xsd:schema xmlns:xsd="http://www.w3.org/2001/XMLSchema" xmlns:xs="http://www.w3.org/2001/XMLSchema" xmlns:p="http://schemas.microsoft.com/office/2006/metadata/properties" xmlns:ns2="975b3b30-5438-481c-b6cc-8f1c34e8c304" xmlns:ns3="7f084020-f872-431d-bffa-1e16b348d931" targetNamespace="http://schemas.microsoft.com/office/2006/metadata/properties" ma:root="true" ma:fieldsID="6114cac67e9a23e7471a444517d801cd" ns2:_="" ns3:_="">
    <xsd:import namespace="975b3b30-5438-481c-b6cc-8f1c34e8c304"/>
    <xsd:import namespace="7f084020-f872-431d-bffa-1e16b348d9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5b3b30-5438-481c-b6cc-8f1c34e8c3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0c9e063-e9c0-4203-ae8f-152ed6ab135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f084020-f872-431d-bffa-1e16b348d93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8aecf02-aeb5-4d41-89f7-34c70f5c24ba}" ma:internalName="TaxCatchAll" ma:showField="CatchAllData" ma:web="7f084020-f872-431d-bffa-1e16b348d93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75b3b30-5438-481c-b6cc-8f1c34e8c304">
      <Terms xmlns="http://schemas.microsoft.com/office/infopath/2007/PartnerControls"/>
    </lcf76f155ced4ddcb4097134ff3c332f>
    <TaxCatchAll xmlns="7f084020-f872-431d-bffa-1e16b348d931" xsi:nil="true"/>
  </documentManagement>
</p:properties>
</file>

<file path=customXml/itemProps1.xml><?xml version="1.0" encoding="utf-8"?>
<ds:datastoreItem xmlns:ds="http://schemas.openxmlformats.org/officeDocument/2006/customXml" ds:itemID="{F9D3CC2D-76C6-4C74-8CEB-A0C27CA39938}">
  <ds:schemaRefs>
    <ds:schemaRef ds:uri="7f084020-f872-431d-bffa-1e16b348d931"/>
    <ds:schemaRef ds:uri="975b3b30-5438-481c-b6cc-8f1c34e8c30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5FE53BF-8356-4A78-ABD9-C2B62A07261E}">
  <ds:schemaRefs>
    <ds:schemaRef ds:uri="http://schemas.microsoft.com/sharepoint/v3/contenttype/forms"/>
  </ds:schemaRefs>
</ds:datastoreItem>
</file>

<file path=customXml/itemProps3.xml><?xml version="1.0" encoding="utf-8"?>
<ds:datastoreItem xmlns:ds="http://schemas.openxmlformats.org/officeDocument/2006/customXml" ds:itemID="{CA2CF544-73F1-422A-A065-C8E8228687E8}">
  <ds:schemaRefs>
    <ds:schemaRef ds:uri="7f084020-f872-431d-bffa-1e16b348d931"/>
    <ds:schemaRef ds:uri="975b3b30-5438-481c-b6cc-8f1c34e8c30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4</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Gladwyn Lewis</dc:creator>
  <cp:revision>1</cp:revision>
  <dcterms:created xsi:type="dcterms:W3CDTF">2023-08-31T05:21:28Z</dcterms:created>
  <dcterms:modified xsi:type="dcterms:W3CDTF">2026-02-01T11:14:29Z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0x010100BE8F39FF6C8F4F449162B65ADC972B20</vt:lpwstr>
  </property>
  <property fmtid="{D5CDD505-2E9C-101B-9397-08002B2CF9AE}" pid="3" name="MediaServiceImageTags">
    <vt:lpwstr/>
  </property>
</Properties>
</file>